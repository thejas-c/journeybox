
<file path=[Content_Types].xml><?xml version="1.0" encoding="utf-8"?>
<Types xmlns="http://schemas.openxmlformats.org/package/2006/content-types"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 autoCompressPictures="0">
  <p:sldMasterIdLst>
    <p:sldMasterId id="2147483659" r:id="rId1"/>
  </p:sldMasterIdLst>
  <p:notesMasterIdLst>
    <p:notesMasterId r:id="rId20"/>
  </p:notesMasterIdLst>
  <p:sldIdLst>
    <p:sldId id="256" r:id="rId2"/>
    <p:sldId id="257" r:id="rId3"/>
    <p:sldId id="287" r:id="rId4"/>
    <p:sldId id="289" r:id="rId5"/>
    <p:sldId id="274" r:id="rId6"/>
    <p:sldId id="273" r:id="rId7"/>
    <p:sldId id="272" r:id="rId8"/>
    <p:sldId id="271" r:id="rId9"/>
    <p:sldId id="290" r:id="rId10"/>
    <p:sldId id="270" r:id="rId11"/>
    <p:sldId id="288" r:id="rId12"/>
    <p:sldId id="291" r:id="rId13"/>
    <p:sldId id="292" r:id="rId14"/>
    <p:sldId id="293" r:id="rId15"/>
    <p:sldId id="268" r:id="rId16"/>
    <p:sldId id="265" r:id="rId17"/>
    <p:sldId id="286" r:id="rId18"/>
    <p:sldId id="266" r:id="rId19"/>
  </p:sldIdLst>
  <p:sldSz cx="12192000" cy="6858000"/>
  <p:notesSz cx="6858000" cy="9144000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521415D9-36F7-43E2-AB2F-B90AF26B5E84}">
      <p14:sectionLst xmlns:p14="http://schemas.microsoft.com/office/powerpoint/2010/main">
        <p14:section name="Default Section" id="{CEC601F7-1234-492B-8A69-CAFB0DEE4ACA}">
          <p14:sldIdLst>
            <p14:sldId id="256"/>
            <p14:sldId id="257"/>
            <p14:sldId id="287"/>
            <p14:sldId id="289"/>
            <p14:sldId id="274"/>
            <p14:sldId id="273"/>
            <p14:sldId id="272"/>
            <p14:sldId id="271"/>
            <p14:sldId id="290"/>
            <p14:sldId id="270"/>
            <p14:sldId id="288"/>
            <p14:sldId id="291"/>
            <p14:sldId id="292"/>
            <p14:sldId id="293"/>
            <p14:sldId id="268"/>
            <p14:sldId id="265"/>
            <p14:sldId id="286"/>
            <p14:sldId id="266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90651C3A-4460-11DB-9652-00E08161165F}">
  <a:tblStyle styleId="{57690726-49DA-4552-BDEB-330DD8EA8BD9}" styleName="Table_0">
    <a:wholeTbl>
      <a:tcTxStyle b="off" i="off">
        <a:font>
          <a:latin typeface="Bookman Old Style"/>
          <a:ea typeface="Bookman Old Style"/>
          <a:cs typeface="Bookman Old Style"/>
        </a:font>
        <a:schemeClr val="dk1"/>
      </a:tcTxStyle>
      <a:tcStyle>
        <a:tcBdr>
          <a:left>
            <a:ln w="9525" cap="flat" cmpd="sng">
              <a:solidFill>
                <a:srgbClr val="000000">
                  <a:alpha val="0"/>
                </a:srgbClr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rgbClr val="000000">
                  <a:alpha val="0"/>
                </a:srgbClr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9525" cap="flat" cmpd="sng">
              <a:solidFill>
                <a:srgbClr val="000000">
                  <a:alpha val="0"/>
                </a:srgbClr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rgbClr val="000000">
                  <a:alpha val="0"/>
                </a:srgbClr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rgbClr val="000000">
                  <a:alpha val="0"/>
                </a:srgbClr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000000">
                  <a:alpha val="0"/>
                </a:srgbClr>
              </a:solidFill>
              <a:prstDash val="solid"/>
              <a:round/>
              <a:headEnd type="none" w="sm" len="sm"/>
              <a:tailEnd type="none" w="sm" len="sm"/>
            </a:ln>
          </a:insideV>
        </a:tcBdr>
        <a:fill>
          <a:solidFill>
            <a:srgbClr val="FFFFFF">
              <a:alpha val="0"/>
            </a:srgbClr>
          </a:solidFill>
        </a:fill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  <a:tblStyle styleId="{3C2FFA5D-87B4-456A-9821-1D502468CF0F}" styleName="Themed Style 1 - Accent 1">
    <a:tblBg>
      <a:fillRef idx="2">
        <a:schemeClr val="accent1"/>
      </a:fillRef>
      <a:effectRef idx="1">
        <a:schemeClr val="accent1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Ref idx="1">
              <a:schemeClr val="accent1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  <a:fill>
          <a:solidFill>
            <a:schemeClr val="accent1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1"/>
            </a:lnRef>
          </a:left>
          <a:right>
            <a:lnRef idx="2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2">
              <a:schemeClr val="accent1"/>
            </a:lnRef>
          </a:top>
          <a:bottom>
            <a:lnRef idx="2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8548" autoAdjust="0"/>
    <p:restoredTop sz="94660"/>
  </p:normalViewPr>
  <p:slideViewPr>
    <p:cSldViewPr snapToGrid="0">
      <p:cViewPr varScale="1">
        <p:scale>
          <a:sx n="74" d="100"/>
          <a:sy n="74" d="100"/>
        </p:scale>
        <p:origin x="878" y="6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notesMaster" Target="notesMasters/notes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3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/>
          <a:lstStyle/>
          <a:p>
            <a:endParaRPr lang="en-IN"/>
          </a:p>
        </p:txBody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 rtl="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 rtl="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 rtl="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 rtl="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 rtl="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 rtl="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 rtl="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 rtl="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 rtl="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3021696206"/>
      </p:ext>
    </p:extLst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5" name="Google Shape;85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014080576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p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4" name="Google Shape;94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83244187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p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2" name="Google Shape;112;p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24830510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p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2" name="Google Shape;112;p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043678949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p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2" name="Google Shape;112;p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59421097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p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2" name="Google Shape;112;p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043678949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p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2" name="Google Shape;112;p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215593523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p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2" name="Google Shape;112;p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66716512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" name="Google Shape;141;p1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2" name="Google Shape;142;p1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812431322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" name="Google Shape;147;p1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8" name="Google Shape;148;p1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5843593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2"/>
          <p:cNvSpPr txBox="1">
            <a:spLocks noGrp="1"/>
          </p:cNvSpPr>
          <p:nvPr>
            <p:ph type="ctrTitle"/>
          </p:nvPr>
        </p:nvSpPr>
        <p:spPr>
          <a:xfrm>
            <a:off x="1050877" y="1322386"/>
            <a:ext cx="10363200" cy="147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Clr>
                <a:srgbClr val="17365D"/>
              </a:buClr>
              <a:buSzPts val="2800"/>
              <a:buFont typeface="Verdana"/>
              <a:buNone/>
              <a:defRPr>
                <a:solidFill>
                  <a:srgbClr val="17365D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5" name="Google Shape;15;p2"/>
          <p:cNvSpPr txBox="1">
            <a:spLocks noGrp="1"/>
          </p:cNvSpPr>
          <p:nvPr>
            <p:ph type="subTitle" idx="1"/>
          </p:nvPr>
        </p:nvSpPr>
        <p:spPr>
          <a:xfrm>
            <a:off x="2032000" y="3326641"/>
            <a:ext cx="8534400" cy="175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ctr" rtl="0">
              <a:spcBef>
                <a:spcPts val="400"/>
              </a:spcBef>
              <a:spcAft>
                <a:spcPts val="0"/>
              </a:spcAft>
              <a:buClr>
                <a:srgbClr val="17365D"/>
              </a:buClr>
              <a:buSzPts val="2000"/>
              <a:buNone/>
              <a:defRPr sz="2000" b="1">
                <a:solidFill>
                  <a:srgbClr val="17365D"/>
                </a:solidFill>
              </a:defRPr>
            </a:lvl1pPr>
            <a:lvl2pPr lvl="1" algn="ctr" rtl="0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2pPr>
            <a:lvl3pPr lvl="2" algn="ctr" rtl="0"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>
                <a:solidFill>
                  <a:srgbClr val="888888"/>
                </a:solidFill>
              </a:defRPr>
            </a:lvl3pPr>
            <a:lvl4pPr lvl="3" algn="ctr" rtl="0"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>
                <a:solidFill>
                  <a:srgbClr val="888888"/>
                </a:solidFill>
              </a:defRPr>
            </a:lvl4pPr>
            <a:lvl5pPr lvl="4" algn="ctr" rtl="0"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>
                <a:solidFill>
                  <a:srgbClr val="888888"/>
                </a:solidFill>
              </a:defRPr>
            </a:lvl5pPr>
            <a:lvl6pPr lvl="5" algn="ctr" rtl="0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lvl="6" algn="ctr" rtl="0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lvl="7" algn="ctr" rtl="0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lvl="8" algn="ctr" rtl="0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16" name="Google Shape;16;p2"/>
          <p:cNvSpPr txBox="1">
            <a:spLocks noGrp="1"/>
          </p:cNvSpPr>
          <p:nvPr>
            <p:ph type="dt" idx="10"/>
          </p:nvPr>
        </p:nvSpPr>
        <p:spPr>
          <a:xfrm>
            <a:off x="609600" y="6356353"/>
            <a:ext cx="28449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7" name="Google Shape;17;p2"/>
          <p:cNvSpPr txBox="1">
            <a:spLocks noGrp="1"/>
          </p:cNvSpPr>
          <p:nvPr>
            <p:ph type="ftr" idx="11"/>
          </p:nvPr>
        </p:nvSpPr>
        <p:spPr>
          <a:xfrm>
            <a:off x="4165600" y="6356353"/>
            <a:ext cx="38607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8" name="Google Shape;18;p2"/>
          <p:cNvSpPr txBox="1">
            <a:spLocks noGrp="1"/>
          </p:cNvSpPr>
          <p:nvPr>
            <p:ph type="sldNum" idx="12"/>
          </p:nvPr>
        </p:nvSpPr>
        <p:spPr>
          <a:xfrm>
            <a:off x="8737600" y="6356353"/>
            <a:ext cx="28449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/>
            </a:lvl1pPr>
            <a:lvl2pPr marL="0" lvl="1" indent="0" algn="r" rtl="0">
              <a:spcBef>
                <a:spcPts val="0"/>
              </a:spcBef>
              <a:buNone/>
              <a:defRPr/>
            </a:lvl2pPr>
            <a:lvl3pPr marL="0" lvl="2" indent="0" algn="r" rtl="0">
              <a:spcBef>
                <a:spcPts val="0"/>
              </a:spcBef>
              <a:buNone/>
              <a:defRPr/>
            </a:lvl3pPr>
            <a:lvl4pPr marL="0" lvl="3" indent="0" algn="r" rtl="0">
              <a:spcBef>
                <a:spcPts val="0"/>
              </a:spcBef>
              <a:buNone/>
              <a:defRPr/>
            </a:lvl4pPr>
            <a:lvl5pPr marL="0" lvl="4" indent="0" algn="r" rtl="0">
              <a:spcBef>
                <a:spcPts val="0"/>
              </a:spcBef>
              <a:buNone/>
              <a:defRPr/>
            </a:lvl5pPr>
            <a:lvl6pPr marL="0" lvl="5" indent="0" algn="r" rtl="0">
              <a:spcBef>
                <a:spcPts val="0"/>
              </a:spcBef>
              <a:buNone/>
              <a:defRPr/>
            </a:lvl6pPr>
            <a:lvl7pPr marL="0" lvl="6" indent="0" algn="r" rtl="0">
              <a:spcBef>
                <a:spcPts val="0"/>
              </a:spcBef>
              <a:buNone/>
              <a:defRPr/>
            </a:lvl7pPr>
            <a:lvl8pPr marL="0" lvl="7" indent="0" algn="r" rtl="0">
              <a:spcBef>
                <a:spcPts val="0"/>
              </a:spcBef>
              <a:buNone/>
              <a:defRPr/>
            </a:lvl8pPr>
            <a:lvl9pPr marL="0" lvl="8" indent="0" algn="r" rtl="0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 type="obj">
  <p:cSld name="OBJECT">
    <p:spTree>
      <p:nvGrpSpPr>
        <p:cNvPr id="1" name="Shape 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Google Shape;20;p3"/>
          <p:cNvSpPr txBox="1">
            <a:spLocks noGrp="1"/>
          </p:cNvSpPr>
          <p:nvPr>
            <p:ph type="title"/>
          </p:nvPr>
        </p:nvSpPr>
        <p:spPr>
          <a:xfrm>
            <a:off x="812800" y="274638"/>
            <a:ext cx="10668000" cy="48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Clr>
                <a:srgbClr val="17365D"/>
              </a:buClr>
              <a:buSzPts val="2800"/>
              <a:buFont typeface="Verdana"/>
              <a:buNone/>
              <a:defRPr>
                <a:solidFill>
                  <a:srgbClr val="17365D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1" name="Google Shape;21;p3"/>
          <p:cNvSpPr txBox="1">
            <a:spLocks noGrp="1"/>
          </p:cNvSpPr>
          <p:nvPr>
            <p:ph type="body" idx="1"/>
          </p:nvPr>
        </p:nvSpPr>
        <p:spPr>
          <a:xfrm>
            <a:off x="812800" y="1143001"/>
            <a:ext cx="10668000" cy="495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8100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>
                <a:solidFill>
                  <a:schemeClr val="dk1"/>
                </a:solidFill>
              </a:defRPr>
            </a:lvl1pPr>
            <a:lvl2pPr marL="914400" lvl="1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>
                <a:solidFill>
                  <a:schemeClr val="dk1"/>
                </a:solidFill>
              </a:defRPr>
            </a:lvl2pPr>
            <a:lvl3pPr marL="1371600" lvl="2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>
                <a:solidFill>
                  <a:schemeClr val="dk1"/>
                </a:solidFill>
              </a:defRPr>
            </a:lvl3pPr>
            <a:lvl4pPr marL="1828800" lvl="3" indent="-3302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>
                <a:solidFill>
                  <a:schemeClr val="dk1"/>
                </a:solidFill>
              </a:defRPr>
            </a:lvl4pPr>
            <a:lvl5pPr marL="2286000" lvl="4" indent="-3302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>
                <a:solidFill>
                  <a:schemeClr val="dk1"/>
                </a:solidFill>
              </a:defRPr>
            </a:lvl5pPr>
            <a:lvl6pPr marL="2743200" lvl="5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2" name="Google Shape;22;p3"/>
          <p:cNvSpPr txBox="1">
            <a:spLocks noGrp="1"/>
          </p:cNvSpPr>
          <p:nvPr>
            <p:ph type="dt" idx="10"/>
          </p:nvPr>
        </p:nvSpPr>
        <p:spPr>
          <a:xfrm>
            <a:off x="609600" y="6356353"/>
            <a:ext cx="28449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3" name="Google Shape;23;p3"/>
          <p:cNvSpPr txBox="1">
            <a:spLocks noGrp="1"/>
          </p:cNvSpPr>
          <p:nvPr>
            <p:ph type="ftr" idx="11"/>
          </p:nvPr>
        </p:nvSpPr>
        <p:spPr>
          <a:xfrm>
            <a:off x="4165600" y="6356353"/>
            <a:ext cx="38607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4" name="Google Shape;24;p3"/>
          <p:cNvSpPr txBox="1">
            <a:spLocks noGrp="1"/>
          </p:cNvSpPr>
          <p:nvPr>
            <p:ph type="sldNum" idx="12"/>
          </p:nvPr>
        </p:nvSpPr>
        <p:spPr>
          <a:xfrm>
            <a:off x="8737600" y="6356353"/>
            <a:ext cx="28449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/>
            </a:lvl1pPr>
            <a:lvl2pPr marL="0" lvl="1" indent="0" algn="r" rtl="0">
              <a:spcBef>
                <a:spcPts val="0"/>
              </a:spcBef>
              <a:buNone/>
              <a:defRPr/>
            </a:lvl2pPr>
            <a:lvl3pPr marL="0" lvl="2" indent="0" algn="r" rtl="0">
              <a:spcBef>
                <a:spcPts val="0"/>
              </a:spcBef>
              <a:buNone/>
              <a:defRPr/>
            </a:lvl3pPr>
            <a:lvl4pPr marL="0" lvl="3" indent="0" algn="r" rtl="0">
              <a:spcBef>
                <a:spcPts val="0"/>
              </a:spcBef>
              <a:buNone/>
              <a:defRPr/>
            </a:lvl4pPr>
            <a:lvl5pPr marL="0" lvl="4" indent="0" algn="r" rtl="0">
              <a:spcBef>
                <a:spcPts val="0"/>
              </a:spcBef>
              <a:buNone/>
              <a:defRPr/>
            </a:lvl5pPr>
            <a:lvl6pPr marL="0" lvl="5" indent="0" algn="r" rtl="0">
              <a:spcBef>
                <a:spcPts val="0"/>
              </a:spcBef>
              <a:buNone/>
              <a:defRPr/>
            </a:lvl6pPr>
            <a:lvl7pPr marL="0" lvl="6" indent="0" algn="r" rtl="0">
              <a:spcBef>
                <a:spcPts val="0"/>
              </a:spcBef>
              <a:buNone/>
              <a:defRPr/>
            </a:lvl7pPr>
            <a:lvl8pPr marL="0" lvl="7" indent="0" algn="r" rtl="0">
              <a:spcBef>
                <a:spcPts val="0"/>
              </a:spcBef>
              <a:buNone/>
              <a:defRPr/>
            </a:lvl8pPr>
            <a:lvl9pPr marL="0" lvl="8" indent="0" algn="r" rtl="0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4"/>
          <p:cNvSpPr txBox="1">
            <a:spLocks noGrp="1"/>
          </p:cNvSpPr>
          <p:nvPr>
            <p:ph type="title"/>
          </p:nvPr>
        </p:nvSpPr>
        <p:spPr>
          <a:xfrm>
            <a:off x="963084" y="4406903"/>
            <a:ext cx="10363200" cy="1362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4000"/>
              <a:buFont typeface="Verdana"/>
              <a:buNone/>
              <a:defRPr sz="4000" b="1" cap="none"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7" name="Google Shape;27;p4"/>
          <p:cNvSpPr txBox="1">
            <a:spLocks noGrp="1"/>
          </p:cNvSpPr>
          <p:nvPr>
            <p:ph type="body" idx="1"/>
          </p:nvPr>
        </p:nvSpPr>
        <p:spPr>
          <a:xfrm>
            <a:off x="963084" y="2906713"/>
            <a:ext cx="10363200" cy="1500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 rtl="0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1pPr>
            <a:lvl2pPr marL="914400" lvl="1" indent="-228600" algn="l" rtl="0"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marL="1371600" lvl="2" indent="-228600" algn="l" rtl="0"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marL="1828800" lvl="3" indent="-228600" algn="l" rtl="0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marL="2286000" lvl="4" indent="-228600" algn="l" rtl="0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marL="2743200" lvl="5" indent="-228600" algn="l" rtl="0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marL="3200400" lvl="6" indent="-228600" algn="l" rtl="0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marL="3657600" lvl="7" indent="-228600" algn="l" rtl="0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marL="4114800" lvl="8" indent="-228600" algn="l" rtl="0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28" name="Google Shape;28;p4"/>
          <p:cNvSpPr txBox="1">
            <a:spLocks noGrp="1"/>
          </p:cNvSpPr>
          <p:nvPr>
            <p:ph type="dt" idx="10"/>
          </p:nvPr>
        </p:nvSpPr>
        <p:spPr>
          <a:xfrm>
            <a:off x="609600" y="6356353"/>
            <a:ext cx="28449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9" name="Google Shape;29;p4"/>
          <p:cNvSpPr txBox="1">
            <a:spLocks noGrp="1"/>
          </p:cNvSpPr>
          <p:nvPr>
            <p:ph type="ftr" idx="11"/>
          </p:nvPr>
        </p:nvSpPr>
        <p:spPr>
          <a:xfrm>
            <a:off x="4165600" y="6356353"/>
            <a:ext cx="38607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0" name="Google Shape;30;p4"/>
          <p:cNvSpPr txBox="1">
            <a:spLocks noGrp="1"/>
          </p:cNvSpPr>
          <p:nvPr>
            <p:ph type="sldNum" idx="12"/>
          </p:nvPr>
        </p:nvSpPr>
        <p:spPr>
          <a:xfrm>
            <a:off x="8737600" y="6356353"/>
            <a:ext cx="28449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/>
            </a:lvl1pPr>
            <a:lvl2pPr marL="0" lvl="1" indent="0" algn="r" rtl="0">
              <a:spcBef>
                <a:spcPts val="0"/>
              </a:spcBef>
              <a:buNone/>
              <a:defRPr/>
            </a:lvl2pPr>
            <a:lvl3pPr marL="0" lvl="2" indent="0" algn="r" rtl="0">
              <a:spcBef>
                <a:spcPts val="0"/>
              </a:spcBef>
              <a:buNone/>
              <a:defRPr/>
            </a:lvl3pPr>
            <a:lvl4pPr marL="0" lvl="3" indent="0" algn="r" rtl="0">
              <a:spcBef>
                <a:spcPts val="0"/>
              </a:spcBef>
              <a:buNone/>
              <a:defRPr/>
            </a:lvl4pPr>
            <a:lvl5pPr marL="0" lvl="4" indent="0" algn="r" rtl="0">
              <a:spcBef>
                <a:spcPts val="0"/>
              </a:spcBef>
              <a:buNone/>
              <a:defRPr/>
            </a:lvl5pPr>
            <a:lvl6pPr marL="0" lvl="5" indent="0" algn="r" rtl="0">
              <a:spcBef>
                <a:spcPts val="0"/>
              </a:spcBef>
              <a:buNone/>
              <a:defRPr/>
            </a:lvl6pPr>
            <a:lvl7pPr marL="0" lvl="6" indent="0" algn="r" rtl="0">
              <a:spcBef>
                <a:spcPts val="0"/>
              </a:spcBef>
              <a:buNone/>
              <a:defRPr/>
            </a:lvl7pPr>
            <a:lvl8pPr marL="0" lvl="7" indent="0" algn="r" rtl="0">
              <a:spcBef>
                <a:spcPts val="0"/>
              </a:spcBef>
              <a:buNone/>
              <a:defRPr/>
            </a:lvl8pPr>
            <a:lvl9pPr marL="0" lvl="8" indent="0" algn="r" rtl="0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wo Content" type="twoObj">
  <p:cSld name="TWO_OBJECTS">
    <p:spTree>
      <p:nvGrpSpPr>
        <p:cNvPr id="1" name="Shape 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Google Shape;32;p5"/>
          <p:cNvSpPr txBox="1">
            <a:spLocks noGrp="1"/>
          </p:cNvSpPr>
          <p:nvPr>
            <p:ph type="title"/>
          </p:nvPr>
        </p:nvSpPr>
        <p:spPr>
          <a:xfrm>
            <a:off x="812800" y="274638"/>
            <a:ext cx="10668000" cy="48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2800"/>
              <a:buFont typeface="Verdana"/>
              <a:buNone/>
              <a:defRPr>
                <a:solidFill>
                  <a:srgbClr val="FF0000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3" name="Google Shape;33;p5"/>
          <p:cNvSpPr txBox="1">
            <a:spLocks noGrp="1"/>
          </p:cNvSpPr>
          <p:nvPr>
            <p:ph type="body" idx="1"/>
          </p:nvPr>
        </p:nvSpPr>
        <p:spPr>
          <a:xfrm>
            <a:off x="609600" y="1600203"/>
            <a:ext cx="5384700" cy="4526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06400" algn="l" rtl="0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marL="914400" lvl="1" indent="-38100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marL="1371600" lvl="2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marL="1828800" lvl="3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marL="2286000" lvl="4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marL="2743200" lvl="5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marL="3200400" lvl="6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marL="3657600" lvl="7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marL="4114800" lvl="8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>
            <a:endParaRPr/>
          </a:p>
        </p:txBody>
      </p:sp>
      <p:sp>
        <p:nvSpPr>
          <p:cNvPr id="34" name="Google Shape;34;p5"/>
          <p:cNvSpPr txBox="1">
            <a:spLocks noGrp="1"/>
          </p:cNvSpPr>
          <p:nvPr>
            <p:ph type="body" idx="2"/>
          </p:nvPr>
        </p:nvSpPr>
        <p:spPr>
          <a:xfrm>
            <a:off x="6197600" y="1600203"/>
            <a:ext cx="5384700" cy="4526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06400" algn="l" rtl="0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marL="914400" lvl="1" indent="-38100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marL="1371600" lvl="2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marL="1828800" lvl="3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marL="2286000" lvl="4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marL="2743200" lvl="5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marL="3200400" lvl="6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marL="3657600" lvl="7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marL="4114800" lvl="8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>
            <a:endParaRPr/>
          </a:p>
        </p:txBody>
      </p:sp>
      <p:sp>
        <p:nvSpPr>
          <p:cNvPr id="35" name="Google Shape;35;p5"/>
          <p:cNvSpPr txBox="1">
            <a:spLocks noGrp="1"/>
          </p:cNvSpPr>
          <p:nvPr>
            <p:ph type="dt" idx="10"/>
          </p:nvPr>
        </p:nvSpPr>
        <p:spPr>
          <a:xfrm>
            <a:off x="609600" y="6356353"/>
            <a:ext cx="28449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6" name="Google Shape;36;p5"/>
          <p:cNvSpPr txBox="1">
            <a:spLocks noGrp="1"/>
          </p:cNvSpPr>
          <p:nvPr>
            <p:ph type="ftr" idx="11"/>
          </p:nvPr>
        </p:nvSpPr>
        <p:spPr>
          <a:xfrm>
            <a:off x="4165600" y="6356353"/>
            <a:ext cx="38607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7" name="Google Shape;37;p5"/>
          <p:cNvSpPr txBox="1">
            <a:spLocks noGrp="1"/>
          </p:cNvSpPr>
          <p:nvPr>
            <p:ph type="sldNum" idx="12"/>
          </p:nvPr>
        </p:nvSpPr>
        <p:spPr>
          <a:xfrm>
            <a:off x="8737600" y="6356353"/>
            <a:ext cx="28449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/>
            </a:lvl1pPr>
            <a:lvl2pPr marL="0" lvl="1" indent="0" algn="r" rtl="0">
              <a:spcBef>
                <a:spcPts val="0"/>
              </a:spcBef>
              <a:buNone/>
              <a:defRPr/>
            </a:lvl2pPr>
            <a:lvl3pPr marL="0" lvl="2" indent="0" algn="r" rtl="0">
              <a:spcBef>
                <a:spcPts val="0"/>
              </a:spcBef>
              <a:buNone/>
              <a:defRPr/>
            </a:lvl3pPr>
            <a:lvl4pPr marL="0" lvl="3" indent="0" algn="r" rtl="0">
              <a:spcBef>
                <a:spcPts val="0"/>
              </a:spcBef>
              <a:buNone/>
              <a:defRPr/>
            </a:lvl4pPr>
            <a:lvl5pPr marL="0" lvl="4" indent="0" algn="r" rtl="0">
              <a:spcBef>
                <a:spcPts val="0"/>
              </a:spcBef>
              <a:buNone/>
              <a:defRPr/>
            </a:lvl5pPr>
            <a:lvl6pPr marL="0" lvl="5" indent="0" algn="r" rtl="0">
              <a:spcBef>
                <a:spcPts val="0"/>
              </a:spcBef>
              <a:buNone/>
              <a:defRPr/>
            </a:lvl6pPr>
            <a:lvl7pPr marL="0" lvl="6" indent="0" algn="r" rtl="0">
              <a:spcBef>
                <a:spcPts val="0"/>
              </a:spcBef>
              <a:buNone/>
              <a:defRPr/>
            </a:lvl7pPr>
            <a:lvl8pPr marL="0" lvl="7" indent="0" algn="r" rtl="0">
              <a:spcBef>
                <a:spcPts val="0"/>
              </a:spcBef>
              <a:buNone/>
              <a:defRPr/>
            </a:lvl8pPr>
            <a:lvl9pPr marL="0" lvl="8" indent="0" algn="r" rtl="0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mparison" type="twoTxTwoObj">
  <p:cSld name="TWO_OBJECTS_WITH_TEXT">
    <p:spTree>
      <p:nvGrpSpPr>
        <p:cNvPr id="1" name="Shape 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Google Shape;39;p6"/>
          <p:cNvSpPr txBox="1">
            <a:spLocks noGrp="1"/>
          </p:cNvSpPr>
          <p:nvPr>
            <p:ph type="title"/>
          </p:nvPr>
        </p:nvSpPr>
        <p:spPr>
          <a:xfrm>
            <a:off x="859368" y="304800"/>
            <a:ext cx="10668000" cy="48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2800"/>
              <a:buFont typeface="Verdana"/>
              <a:buNone/>
              <a:defRPr>
                <a:solidFill>
                  <a:srgbClr val="FF0000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0" name="Google Shape;40;p6"/>
          <p:cNvSpPr txBox="1">
            <a:spLocks noGrp="1"/>
          </p:cNvSpPr>
          <p:nvPr>
            <p:ph type="body" idx="1"/>
          </p:nvPr>
        </p:nvSpPr>
        <p:spPr>
          <a:xfrm>
            <a:off x="609600" y="1535113"/>
            <a:ext cx="5386800" cy="639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41" name="Google Shape;41;p6"/>
          <p:cNvSpPr txBox="1">
            <a:spLocks noGrp="1"/>
          </p:cNvSpPr>
          <p:nvPr>
            <p:ph type="body" idx="2"/>
          </p:nvPr>
        </p:nvSpPr>
        <p:spPr>
          <a:xfrm>
            <a:off x="609600" y="2174875"/>
            <a:ext cx="5386800" cy="3951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8100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marL="914400" lvl="1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marL="1371600" lvl="2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lvl="3" indent="-3302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marL="2286000" lvl="4" indent="-3302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marL="2743200" lvl="5" indent="-3302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marL="3200400" lvl="6" indent="-3302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marL="3657600" lvl="7" indent="-3302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marL="4114800" lvl="8" indent="-3302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>
            <a:endParaRPr/>
          </a:p>
        </p:txBody>
      </p:sp>
      <p:sp>
        <p:nvSpPr>
          <p:cNvPr id="42" name="Google Shape;42;p6"/>
          <p:cNvSpPr txBox="1">
            <a:spLocks noGrp="1"/>
          </p:cNvSpPr>
          <p:nvPr>
            <p:ph type="body" idx="3"/>
          </p:nvPr>
        </p:nvSpPr>
        <p:spPr>
          <a:xfrm>
            <a:off x="6193369" y="1535113"/>
            <a:ext cx="5388900" cy="639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43" name="Google Shape;43;p6"/>
          <p:cNvSpPr txBox="1">
            <a:spLocks noGrp="1"/>
          </p:cNvSpPr>
          <p:nvPr>
            <p:ph type="body" idx="4"/>
          </p:nvPr>
        </p:nvSpPr>
        <p:spPr>
          <a:xfrm>
            <a:off x="6193369" y="2174875"/>
            <a:ext cx="5388900" cy="3951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8100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marL="914400" lvl="1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marL="1371600" lvl="2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lvl="3" indent="-3302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marL="2286000" lvl="4" indent="-3302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marL="2743200" lvl="5" indent="-3302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marL="3200400" lvl="6" indent="-3302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marL="3657600" lvl="7" indent="-3302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marL="4114800" lvl="8" indent="-3302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>
            <a:endParaRPr/>
          </a:p>
        </p:txBody>
      </p:sp>
      <p:sp>
        <p:nvSpPr>
          <p:cNvPr id="44" name="Google Shape;44;p6"/>
          <p:cNvSpPr txBox="1">
            <a:spLocks noGrp="1"/>
          </p:cNvSpPr>
          <p:nvPr>
            <p:ph type="dt" idx="10"/>
          </p:nvPr>
        </p:nvSpPr>
        <p:spPr>
          <a:xfrm>
            <a:off x="609600" y="6356353"/>
            <a:ext cx="28449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5" name="Google Shape;45;p6"/>
          <p:cNvSpPr txBox="1">
            <a:spLocks noGrp="1"/>
          </p:cNvSpPr>
          <p:nvPr>
            <p:ph type="ftr" idx="11"/>
          </p:nvPr>
        </p:nvSpPr>
        <p:spPr>
          <a:xfrm>
            <a:off x="4165600" y="6356353"/>
            <a:ext cx="38607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6" name="Google Shape;46;p6"/>
          <p:cNvSpPr txBox="1">
            <a:spLocks noGrp="1"/>
          </p:cNvSpPr>
          <p:nvPr>
            <p:ph type="sldNum" idx="12"/>
          </p:nvPr>
        </p:nvSpPr>
        <p:spPr>
          <a:xfrm>
            <a:off x="8737600" y="6356353"/>
            <a:ext cx="28449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/>
            </a:lvl1pPr>
            <a:lvl2pPr marL="0" lvl="1" indent="0" algn="r" rtl="0">
              <a:spcBef>
                <a:spcPts val="0"/>
              </a:spcBef>
              <a:buNone/>
              <a:defRPr/>
            </a:lvl2pPr>
            <a:lvl3pPr marL="0" lvl="2" indent="0" algn="r" rtl="0">
              <a:spcBef>
                <a:spcPts val="0"/>
              </a:spcBef>
              <a:buNone/>
              <a:defRPr/>
            </a:lvl3pPr>
            <a:lvl4pPr marL="0" lvl="3" indent="0" algn="r" rtl="0">
              <a:spcBef>
                <a:spcPts val="0"/>
              </a:spcBef>
              <a:buNone/>
              <a:defRPr/>
            </a:lvl4pPr>
            <a:lvl5pPr marL="0" lvl="4" indent="0" algn="r" rtl="0">
              <a:spcBef>
                <a:spcPts val="0"/>
              </a:spcBef>
              <a:buNone/>
              <a:defRPr/>
            </a:lvl5pPr>
            <a:lvl6pPr marL="0" lvl="5" indent="0" algn="r" rtl="0">
              <a:spcBef>
                <a:spcPts val="0"/>
              </a:spcBef>
              <a:buNone/>
              <a:defRPr/>
            </a:lvl6pPr>
            <a:lvl7pPr marL="0" lvl="6" indent="0" algn="r" rtl="0">
              <a:spcBef>
                <a:spcPts val="0"/>
              </a:spcBef>
              <a:buNone/>
              <a:defRPr/>
            </a:lvl7pPr>
            <a:lvl8pPr marL="0" lvl="7" indent="0" algn="r" rtl="0">
              <a:spcBef>
                <a:spcPts val="0"/>
              </a:spcBef>
              <a:buNone/>
              <a:defRPr/>
            </a:lvl8pPr>
            <a:lvl9pPr marL="0" lvl="8" indent="0" algn="r" rtl="0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" name="Google Shape;48;p7"/>
          <p:cNvSpPr txBox="1">
            <a:spLocks noGrp="1"/>
          </p:cNvSpPr>
          <p:nvPr>
            <p:ph type="title"/>
          </p:nvPr>
        </p:nvSpPr>
        <p:spPr>
          <a:xfrm>
            <a:off x="3860800" y="274638"/>
            <a:ext cx="7721700" cy="48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18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9" name="Google Shape;49;p7"/>
          <p:cNvSpPr txBox="1">
            <a:spLocks noGrp="1"/>
          </p:cNvSpPr>
          <p:nvPr>
            <p:ph type="dt" idx="10"/>
          </p:nvPr>
        </p:nvSpPr>
        <p:spPr>
          <a:xfrm>
            <a:off x="609600" y="6356353"/>
            <a:ext cx="28449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0" name="Google Shape;50;p7"/>
          <p:cNvSpPr txBox="1">
            <a:spLocks noGrp="1"/>
          </p:cNvSpPr>
          <p:nvPr>
            <p:ph type="ftr" idx="11"/>
          </p:nvPr>
        </p:nvSpPr>
        <p:spPr>
          <a:xfrm>
            <a:off x="4165600" y="6356353"/>
            <a:ext cx="38607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1" name="Google Shape;51;p7"/>
          <p:cNvSpPr txBox="1">
            <a:spLocks noGrp="1"/>
          </p:cNvSpPr>
          <p:nvPr>
            <p:ph type="sldNum" idx="12"/>
          </p:nvPr>
        </p:nvSpPr>
        <p:spPr>
          <a:xfrm>
            <a:off x="8737600" y="6356353"/>
            <a:ext cx="28449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/>
            </a:lvl1pPr>
            <a:lvl2pPr marL="0" lvl="1" indent="0" algn="r" rtl="0">
              <a:spcBef>
                <a:spcPts val="0"/>
              </a:spcBef>
              <a:buNone/>
              <a:defRPr/>
            </a:lvl2pPr>
            <a:lvl3pPr marL="0" lvl="2" indent="0" algn="r" rtl="0">
              <a:spcBef>
                <a:spcPts val="0"/>
              </a:spcBef>
              <a:buNone/>
              <a:defRPr/>
            </a:lvl3pPr>
            <a:lvl4pPr marL="0" lvl="3" indent="0" algn="r" rtl="0">
              <a:spcBef>
                <a:spcPts val="0"/>
              </a:spcBef>
              <a:buNone/>
              <a:defRPr/>
            </a:lvl4pPr>
            <a:lvl5pPr marL="0" lvl="4" indent="0" algn="r" rtl="0">
              <a:spcBef>
                <a:spcPts val="0"/>
              </a:spcBef>
              <a:buNone/>
              <a:defRPr/>
            </a:lvl5pPr>
            <a:lvl6pPr marL="0" lvl="5" indent="0" algn="r" rtl="0">
              <a:spcBef>
                <a:spcPts val="0"/>
              </a:spcBef>
              <a:buNone/>
              <a:defRPr/>
            </a:lvl6pPr>
            <a:lvl7pPr marL="0" lvl="6" indent="0" algn="r" rtl="0">
              <a:spcBef>
                <a:spcPts val="0"/>
              </a:spcBef>
              <a:buNone/>
              <a:defRPr/>
            </a:lvl7pPr>
            <a:lvl8pPr marL="0" lvl="7" indent="0" algn="r" rtl="0">
              <a:spcBef>
                <a:spcPts val="0"/>
              </a:spcBef>
              <a:buNone/>
              <a:defRPr/>
            </a:lvl8pPr>
            <a:lvl9pPr marL="0" lvl="8" indent="0" algn="r" rtl="0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pic>
        <p:nvPicPr>
          <p:cNvPr id="52" name="Google Shape;52;p7" descr="C:\Users\AMMU\Desktop\Border.png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2505209" y="139874"/>
            <a:ext cx="9686793" cy="69832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8"/>
          <p:cNvSpPr txBox="1">
            <a:spLocks noGrp="1"/>
          </p:cNvSpPr>
          <p:nvPr>
            <p:ph type="dt" idx="10"/>
          </p:nvPr>
        </p:nvSpPr>
        <p:spPr>
          <a:xfrm>
            <a:off x="609600" y="6356353"/>
            <a:ext cx="28449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5" name="Google Shape;55;p8"/>
          <p:cNvSpPr txBox="1">
            <a:spLocks noGrp="1"/>
          </p:cNvSpPr>
          <p:nvPr>
            <p:ph type="ftr" idx="11"/>
          </p:nvPr>
        </p:nvSpPr>
        <p:spPr>
          <a:xfrm>
            <a:off x="4165600" y="6356353"/>
            <a:ext cx="38607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6" name="Google Shape;56;p8"/>
          <p:cNvSpPr txBox="1">
            <a:spLocks noGrp="1"/>
          </p:cNvSpPr>
          <p:nvPr>
            <p:ph type="sldNum" idx="12"/>
          </p:nvPr>
        </p:nvSpPr>
        <p:spPr>
          <a:xfrm>
            <a:off x="8737600" y="6356353"/>
            <a:ext cx="28449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/>
            </a:lvl1pPr>
            <a:lvl2pPr marL="0" lvl="1" indent="0" algn="r" rtl="0">
              <a:spcBef>
                <a:spcPts val="0"/>
              </a:spcBef>
              <a:buNone/>
              <a:defRPr/>
            </a:lvl2pPr>
            <a:lvl3pPr marL="0" lvl="2" indent="0" algn="r" rtl="0">
              <a:spcBef>
                <a:spcPts val="0"/>
              </a:spcBef>
              <a:buNone/>
              <a:defRPr/>
            </a:lvl3pPr>
            <a:lvl4pPr marL="0" lvl="3" indent="0" algn="r" rtl="0">
              <a:spcBef>
                <a:spcPts val="0"/>
              </a:spcBef>
              <a:buNone/>
              <a:defRPr/>
            </a:lvl4pPr>
            <a:lvl5pPr marL="0" lvl="4" indent="0" algn="r" rtl="0">
              <a:spcBef>
                <a:spcPts val="0"/>
              </a:spcBef>
              <a:buNone/>
              <a:defRPr/>
            </a:lvl5pPr>
            <a:lvl6pPr marL="0" lvl="5" indent="0" algn="r" rtl="0">
              <a:spcBef>
                <a:spcPts val="0"/>
              </a:spcBef>
              <a:buNone/>
              <a:defRPr/>
            </a:lvl6pPr>
            <a:lvl7pPr marL="0" lvl="6" indent="0" algn="r" rtl="0">
              <a:spcBef>
                <a:spcPts val="0"/>
              </a:spcBef>
              <a:buNone/>
              <a:defRPr/>
            </a:lvl7pPr>
            <a:lvl8pPr marL="0" lvl="7" indent="0" algn="r" rtl="0">
              <a:spcBef>
                <a:spcPts val="0"/>
              </a:spcBef>
              <a:buNone/>
              <a:defRPr/>
            </a:lvl8pPr>
            <a:lvl9pPr marL="0" lvl="8" indent="0" algn="r" rtl="0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t with Caption" type="objTx">
  <p:cSld name="OBJECT_WITH_CAPTION_TEXT">
    <p:spTree>
      <p:nvGrpSpPr>
        <p:cNvPr id="1" name="Shape 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Google Shape;58;p9"/>
          <p:cNvSpPr txBox="1">
            <a:spLocks noGrp="1"/>
          </p:cNvSpPr>
          <p:nvPr>
            <p:ph type="title"/>
          </p:nvPr>
        </p:nvSpPr>
        <p:spPr>
          <a:xfrm>
            <a:off x="609602" y="273050"/>
            <a:ext cx="4011000" cy="1162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2000"/>
              <a:buFont typeface="Verdana"/>
              <a:buNone/>
              <a:defRPr sz="2000" b="1"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9" name="Google Shape;59;p9"/>
          <p:cNvSpPr txBox="1">
            <a:spLocks noGrp="1"/>
          </p:cNvSpPr>
          <p:nvPr>
            <p:ph type="body" idx="1"/>
          </p:nvPr>
        </p:nvSpPr>
        <p:spPr>
          <a:xfrm>
            <a:off x="4766733" y="273053"/>
            <a:ext cx="6815700" cy="585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31800" algn="l" rtl="0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marL="914400" lvl="1" indent="-406400" algn="l" rtl="0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 sz="2800"/>
            </a:lvl2pPr>
            <a:lvl3pPr marL="1371600" lvl="2" indent="-38100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marL="1828800" lvl="3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4pPr>
            <a:lvl5pPr marL="2286000" lvl="4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/>
            </a:lvl5pPr>
            <a:lvl6pPr marL="2743200" lvl="5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marL="3200400" lvl="6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marL="3657600" lvl="7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marL="4114800" lvl="8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>
            <a:endParaRPr/>
          </a:p>
        </p:txBody>
      </p:sp>
      <p:sp>
        <p:nvSpPr>
          <p:cNvPr id="60" name="Google Shape;60;p9"/>
          <p:cNvSpPr txBox="1">
            <a:spLocks noGrp="1"/>
          </p:cNvSpPr>
          <p:nvPr>
            <p:ph type="body" idx="2"/>
          </p:nvPr>
        </p:nvSpPr>
        <p:spPr>
          <a:xfrm>
            <a:off x="609602" y="1435103"/>
            <a:ext cx="4011000" cy="469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 rtl="0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marL="914400" lvl="1" indent="-228600" algn="l" rtl="0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marL="1371600" lvl="2" indent="-228600" algn="l" rtl="0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marL="1828800" lvl="3" indent="-228600" algn="l" rtl="0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marL="2286000" lvl="4" indent="-228600" algn="l" rtl="0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marL="2743200" lvl="5" indent="-228600" algn="l" rtl="0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marL="3200400" lvl="6" indent="-228600" algn="l" rtl="0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marL="3657600" lvl="7" indent="-228600" algn="l" rtl="0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marL="4114800" lvl="8" indent="-228600" algn="l" rtl="0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>
            <a:endParaRPr/>
          </a:p>
        </p:txBody>
      </p:sp>
      <p:sp>
        <p:nvSpPr>
          <p:cNvPr id="61" name="Google Shape;61;p9"/>
          <p:cNvSpPr txBox="1">
            <a:spLocks noGrp="1"/>
          </p:cNvSpPr>
          <p:nvPr>
            <p:ph type="dt" idx="10"/>
          </p:nvPr>
        </p:nvSpPr>
        <p:spPr>
          <a:xfrm>
            <a:off x="609600" y="6356353"/>
            <a:ext cx="28449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2" name="Google Shape;62;p9"/>
          <p:cNvSpPr txBox="1">
            <a:spLocks noGrp="1"/>
          </p:cNvSpPr>
          <p:nvPr>
            <p:ph type="ftr" idx="11"/>
          </p:nvPr>
        </p:nvSpPr>
        <p:spPr>
          <a:xfrm>
            <a:off x="4165600" y="6356353"/>
            <a:ext cx="38607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3" name="Google Shape;63;p9"/>
          <p:cNvSpPr txBox="1">
            <a:spLocks noGrp="1"/>
          </p:cNvSpPr>
          <p:nvPr>
            <p:ph type="sldNum" idx="12"/>
          </p:nvPr>
        </p:nvSpPr>
        <p:spPr>
          <a:xfrm>
            <a:off x="8737600" y="6356353"/>
            <a:ext cx="28449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/>
            </a:lvl1pPr>
            <a:lvl2pPr marL="0" lvl="1" indent="0" algn="r" rtl="0">
              <a:spcBef>
                <a:spcPts val="0"/>
              </a:spcBef>
              <a:buNone/>
              <a:defRPr/>
            </a:lvl2pPr>
            <a:lvl3pPr marL="0" lvl="2" indent="0" algn="r" rtl="0">
              <a:spcBef>
                <a:spcPts val="0"/>
              </a:spcBef>
              <a:buNone/>
              <a:defRPr/>
            </a:lvl3pPr>
            <a:lvl4pPr marL="0" lvl="3" indent="0" algn="r" rtl="0">
              <a:spcBef>
                <a:spcPts val="0"/>
              </a:spcBef>
              <a:buNone/>
              <a:defRPr/>
            </a:lvl4pPr>
            <a:lvl5pPr marL="0" lvl="4" indent="0" algn="r" rtl="0">
              <a:spcBef>
                <a:spcPts val="0"/>
              </a:spcBef>
              <a:buNone/>
              <a:defRPr/>
            </a:lvl5pPr>
            <a:lvl6pPr marL="0" lvl="5" indent="0" algn="r" rtl="0">
              <a:spcBef>
                <a:spcPts val="0"/>
              </a:spcBef>
              <a:buNone/>
              <a:defRPr/>
            </a:lvl6pPr>
            <a:lvl7pPr marL="0" lvl="6" indent="0" algn="r" rtl="0">
              <a:spcBef>
                <a:spcPts val="0"/>
              </a:spcBef>
              <a:buNone/>
              <a:defRPr/>
            </a:lvl7pPr>
            <a:lvl8pPr marL="0" lvl="7" indent="0" algn="r" rtl="0">
              <a:spcBef>
                <a:spcPts val="0"/>
              </a:spcBef>
              <a:buNone/>
              <a:defRPr/>
            </a:lvl8pPr>
            <a:lvl9pPr marL="0" lvl="8" indent="0" algn="r" rtl="0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Picture with Caption" type="picTx">
  <p:cSld name="PICTURE_WITH_CAPTION_TEXT">
    <p:spTree>
      <p:nvGrpSpPr>
        <p:cNvPr id="1" name="Shape 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Google Shape;65;p10"/>
          <p:cNvSpPr txBox="1">
            <a:spLocks noGrp="1"/>
          </p:cNvSpPr>
          <p:nvPr>
            <p:ph type="title"/>
          </p:nvPr>
        </p:nvSpPr>
        <p:spPr>
          <a:xfrm>
            <a:off x="2389717" y="4800600"/>
            <a:ext cx="7315200" cy="566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2000"/>
              <a:buFont typeface="Verdana"/>
              <a:buNone/>
              <a:defRPr sz="2000" b="1"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6" name="Google Shape;66;p10"/>
          <p:cNvSpPr>
            <a:spLocks noGrp="1"/>
          </p:cNvSpPr>
          <p:nvPr>
            <p:ph type="pic" idx="2"/>
          </p:nvPr>
        </p:nvSpPr>
        <p:spPr>
          <a:xfrm>
            <a:off x="2389717" y="612775"/>
            <a:ext cx="7315200" cy="4114800"/>
          </a:xfrm>
          <a:prstGeom prst="rect">
            <a:avLst/>
          </a:prstGeom>
          <a:noFill/>
          <a:ln>
            <a:noFill/>
          </a:ln>
        </p:spPr>
        <p:txBody>
          <a:bodyPr/>
          <a:lstStyle/>
          <a:p>
            <a:endParaRPr lang="en-IN"/>
          </a:p>
        </p:txBody>
      </p:sp>
      <p:sp>
        <p:nvSpPr>
          <p:cNvPr id="67" name="Google Shape;67;p10"/>
          <p:cNvSpPr txBox="1">
            <a:spLocks noGrp="1"/>
          </p:cNvSpPr>
          <p:nvPr>
            <p:ph type="body" idx="1"/>
          </p:nvPr>
        </p:nvSpPr>
        <p:spPr>
          <a:xfrm>
            <a:off x="2389717" y="5367338"/>
            <a:ext cx="7315200" cy="804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 rtl="0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marL="914400" lvl="1" indent="-228600" algn="l" rtl="0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marL="1371600" lvl="2" indent="-228600" algn="l" rtl="0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marL="1828800" lvl="3" indent="-228600" algn="l" rtl="0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marL="2286000" lvl="4" indent="-228600" algn="l" rtl="0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marL="2743200" lvl="5" indent="-228600" algn="l" rtl="0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marL="3200400" lvl="6" indent="-228600" algn="l" rtl="0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marL="3657600" lvl="7" indent="-228600" algn="l" rtl="0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marL="4114800" lvl="8" indent="-228600" algn="l" rtl="0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>
            <a:endParaRPr/>
          </a:p>
        </p:txBody>
      </p:sp>
      <p:sp>
        <p:nvSpPr>
          <p:cNvPr id="68" name="Google Shape;68;p10"/>
          <p:cNvSpPr txBox="1">
            <a:spLocks noGrp="1"/>
          </p:cNvSpPr>
          <p:nvPr>
            <p:ph type="dt" idx="10"/>
          </p:nvPr>
        </p:nvSpPr>
        <p:spPr>
          <a:xfrm>
            <a:off x="609600" y="6356353"/>
            <a:ext cx="28449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9" name="Google Shape;69;p10"/>
          <p:cNvSpPr txBox="1">
            <a:spLocks noGrp="1"/>
          </p:cNvSpPr>
          <p:nvPr>
            <p:ph type="ftr" idx="11"/>
          </p:nvPr>
        </p:nvSpPr>
        <p:spPr>
          <a:xfrm>
            <a:off x="4165600" y="6356353"/>
            <a:ext cx="38607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0" name="Google Shape;70;p10"/>
          <p:cNvSpPr txBox="1">
            <a:spLocks noGrp="1"/>
          </p:cNvSpPr>
          <p:nvPr>
            <p:ph type="sldNum" idx="12"/>
          </p:nvPr>
        </p:nvSpPr>
        <p:spPr>
          <a:xfrm>
            <a:off x="8737600" y="6356353"/>
            <a:ext cx="28449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/>
            </a:lvl1pPr>
            <a:lvl2pPr marL="0" lvl="1" indent="0" algn="r" rtl="0">
              <a:spcBef>
                <a:spcPts val="0"/>
              </a:spcBef>
              <a:buNone/>
              <a:defRPr/>
            </a:lvl2pPr>
            <a:lvl3pPr marL="0" lvl="2" indent="0" algn="r" rtl="0">
              <a:spcBef>
                <a:spcPts val="0"/>
              </a:spcBef>
              <a:buNone/>
              <a:defRPr/>
            </a:lvl3pPr>
            <a:lvl4pPr marL="0" lvl="3" indent="0" algn="r" rtl="0">
              <a:spcBef>
                <a:spcPts val="0"/>
              </a:spcBef>
              <a:buNone/>
              <a:defRPr/>
            </a:lvl4pPr>
            <a:lvl5pPr marL="0" lvl="4" indent="0" algn="r" rtl="0">
              <a:spcBef>
                <a:spcPts val="0"/>
              </a:spcBef>
              <a:buNone/>
              <a:defRPr/>
            </a:lvl5pPr>
            <a:lvl6pPr marL="0" lvl="5" indent="0" algn="r" rtl="0">
              <a:spcBef>
                <a:spcPts val="0"/>
              </a:spcBef>
              <a:buNone/>
              <a:defRPr/>
            </a:lvl6pPr>
            <a:lvl7pPr marL="0" lvl="6" indent="0" algn="r" rtl="0">
              <a:spcBef>
                <a:spcPts val="0"/>
              </a:spcBef>
              <a:buNone/>
              <a:defRPr/>
            </a:lvl7pPr>
            <a:lvl8pPr marL="0" lvl="7" indent="0" algn="r" rtl="0">
              <a:spcBef>
                <a:spcPts val="0"/>
              </a:spcBef>
              <a:buNone/>
              <a:defRPr/>
            </a:lvl8pPr>
            <a:lvl9pPr marL="0" lvl="8" indent="0" algn="r" rtl="0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Vertical Text" type="vertTx">
  <p:cSld name="VERTICAL_TEXT">
    <p:spTree>
      <p:nvGrpSpPr>
        <p:cNvPr id="1" name="Shape 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Google Shape;72;p11"/>
          <p:cNvSpPr txBox="1">
            <a:spLocks noGrp="1"/>
          </p:cNvSpPr>
          <p:nvPr>
            <p:ph type="title"/>
          </p:nvPr>
        </p:nvSpPr>
        <p:spPr>
          <a:xfrm>
            <a:off x="812800" y="274638"/>
            <a:ext cx="10668000" cy="48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18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3" name="Google Shape;73;p11"/>
          <p:cNvSpPr txBox="1">
            <a:spLocks noGrp="1"/>
          </p:cNvSpPr>
          <p:nvPr>
            <p:ph type="body" idx="1"/>
          </p:nvPr>
        </p:nvSpPr>
        <p:spPr>
          <a:xfrm rot="5400000">
            <a:off x="3670300" y="-1714499"/>
            <a:ext cx="4953000" cy="10668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4" name="Google Shape;74;p11"/>
          <p:cNvSpPr txBox="1">
            <a:spLocks noGrp="1"/>
          </p:cNvSpPr>
          <p:nvPr>
            <p:ph type="dt" idx="10"/>
          </p:nvPr>
        </p:nvSpPr>
        <p:spPr>
          <a:xfrm>
            <a:off x="609600" y="6356353"/>
            <a:ext cx="28449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5" name="Google Shape;75;p11"/>
          <p:cNvSpPr txBox="1">
            <a:spLocks noGrp="1"/>
          </p:cNvSpPr>
          <p:nvPr>
            <p:ph type="ftr" idx="11"/>
          </p:nvPr>
        </p:nvSpPr>
        <p:spPr>
          <a:xfrm>
            <a:off x="4165600" y="6356353"/>
            <a:ext cx="38607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6" name="Google Shape;76;p11"/>
          <p:cNvSpPr txBox="1">
            <a:spLocks noGrp="1"/>
          </p:cNvSpPr>
          <p:nvPr>
            <p:ph type="sldNum" idx="12"/>
          </p:nvPr>
        </p:nvSpPr>
        <p:spPr>
          <a:xfrm>
            <a:off x="8737600" y="6356353"/>
            <a:ext cx="28449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/>
            </a:lvl1pPr>
            <a:lvl2pPr marL="0" lvl="1" indent="0" algn="r" rtl="0">
              <a:spcBef>
                <a:spcPts val="0"/>
              </a:spcBef>
              <a:buNone/>
              <a:defRPr/>
            </a:lvl2pPr>
            <a:lvl3pPr marL="0" lvl="2" indent="0" algn="r" rtl="0">
              <a:spcBef>
                <a:spcPts val="0"/>
              </a:spcBef>
              <a:buNone/>
              <a:defRPr/>
            </a:lvl3pPr>
            <a:lvl4pPr marL="0" lvl="3" indent="0" algn="r" rtl="0">
              <a:spcBef>
                <a:spcPts val="0"/>
              </a:spcBef>
              <a:buNone/>
              <a:defRPr/>
            </a:lvl4pPr>
            <a:lvl5pPr marL="0" lvl="4" indent="0" algn="r" rtl="0">
              <a:spcBef>
                <a:spcPts val="0"/>
              </a:spcBef>
              <a:buNone/>
              <a:defRPr/>
            </a:lvl5pPr>
            <a:lvl6pPr marL="0" lvl="5" indent="0" algn="r" rtl="0">
              <a:spcBef>
                <a:spcPts val="0"/>
              </a:spcBef>
              <a:buNone/>
              <a:defRPr/>
            </a:lvl6pPr>
            <a:lvl7pPr marL="0" lvl="6" indent="0" algn="r" rtl="0">
              <a:spcBef>
                <a:spcPts val="0"/>
              </a:spcBef>
              <a:buNone/>
              <a:defRPr/>
            </a:lvl7pPr>
            <a:lvl8pPr marL="0" lvl="7" indent="0" algn="r" rtl="0">
              <a:spcBef>
                <a:spcPts val="0"/>
              </a:spcBef>
              <a:buNone/>
              <a:defRPr/>
            </a:lvl8pPr>
            <a:lvl9pPr marL="0" lvl="8" indent="0" algn="r" rtl="0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Vertical Title and Text" type="vertTitleAndTx">
  <p:cSld name="VERTICAL_TITLE_AND_VERTICAL_TEXT">
    <p:spTree>
      <p:nvGrpSpPr>
        <p:cNvPr id="1" name="Shape 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Google Shape;78;p12"/>
          <p:cNvSpPr txBox="1">
            <a:spLocks noGrp="1"/>
          </p:cNvSpPr>
          <p:nvPr>
            <p:ph type="title"/>
          </p:nvPr>
        </p:nvSpPr>
        <p:spPr>
          <a:xfrm rot="5400000">
            <a:off x="7285050" y="1828791"/>
            <a:ext cx="5851500" cy="2743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18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9" name="Google Shape;79;p12"/>
          <p:cNvSpPr txBox="1">
            <a:spLocks noGrp="1"/>
          </p:cNvSpPr>
          <p:nvPr>
            <p:ph type="body" idx="1"/>
          </p:nvPr>
        </p:nvSpPr>
        <p:spPr>
          <a:xfrm rot="5400000">
            <a:off x="1697000" y="-812859"/>
            <a:ext cx="5851500" cy="8026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80" name="Google Shape;80;p12"/>
          <p:cNvSpPr txBox="1">
            <a:spLocks noGrp="1"/>
          </p:cNvSpPr>
          <p:nvPr>
            <p:ph type="dt" idx="10"/>
          </p:nvPr>
        </p:nvSpPr>
        <p:spPr>
          <a:xfrm>
            <a:off x="609600" y="6356353"/>
            <a:ext cx="28449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1" name="Google Shape;81;p12"/>
          <p:cNvSpPr txBox="1">
            <a:spLocks noGrp="1"/>
          </p:cNvSpPr>
          <p:nvPr>
            <p:ph type="ftr" idx="11"/>
          </p:nvPr>
        </p:nvSpPr>
        <p:spPr>
          <a:xfrm>
            <a:off x="4165600" y="6356353"/>
            <a:ext cx="38607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2" name="Google Shape;82;p12"/>
          <p:cNvSpPr txBox="1">
            <a:spLocks noGrp="1"/>
          </p:cNvSpPr>
          <p:nvPr>
            <p:ph type="sldNum" idx="12"/>
          </p:nvPr>
        </p:nvSpPr>
        <p:spPr>
          <a:xfrm>
            <a:off x="8737600" y="6356353"/>
            <a:ext cx="28449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/>
            </a:lvl1pPr>
            <a:lvl2pPr marL="0" lvl="1" indent="0" algn="r" rtl="0">
              <a:spcBef>
                <a:spcPts val="0"/>
              </a:spcBef>
              <a:buNone/>
              <a:defRPr/>
            </a:lvl2pPr>
            <a:lvl3pPr marL="0" lvl="2" indent="0" algn="r" rtl="0">
              <a:spcBef>
                <a:spcPts val="0"/>
              </a:spcBef>
              <a:buNone/>
              <a:defRPr/>
            </a:lvl3pPr>
            <a:lvl4pPr marL="0" lvl="3" indent="0" algn="r" rtl="0">
              <a:spcBef>
                <a:spcPts val="0"/>
              </a:spcBef>
              <a:buNone/>
              <a:defRPr/>
            </a:lvl4pPr>
            <a:lvl5pPr marL="0" lvl="4" indent="0" algn="r" rtl="0">
              <a:spcBef>
                <a:spcPts val="0"/>
              </a:spcBef>
              <a:buNone/>
              <a:defRPr/>
            </a:lvl5pPr>
            <a:lvl6pPr marL="0" lvl="5" indent="0" algn="r" rtl="0">
              <a:spcBef>
                <a:spcPts val="0"/>
              </a:spcBef>
              <a:buNone/>
              <a:defRPr/>
            </a:lvl6pPr>
            <a:lvl7pPr marL="0" lvl="6" indent="0" algn="r" rtl="0">
              <a:spcBef>
                <a:spcPts val="0"/>
              </a:spcBef>
              <a:buNone/>
              <a:defRPr/>
            </a:lvl7pPr>
            <a:lvl8pPr marL="0" lvl="7" indent="0" algn="r" rtl="0">
              <a:spcBef>
                <a:spcPts val="0"/>
              </a:spcBef>
              <a:buNone/>
              <a:defRPr/>
            </a:lvl8pPr>
            <a:lvl9pPr marL="0" lvl="8" indent="0" algn="r" rtl="0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812800" y="274638"/>
            <a:ext cx="10668000" cy="48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2800"/>
              <a:buFont typeface="Verdana"/>
              <a:buNone/>
              <a:defRPr sz="2800" b="1" i="0" u="none" strike="noStrike" cap="none">
                <a:solidFill>
                  <a:srgbClr val="FF0000"/>
                </a:solidFill>
                <a:latin typeface="Verdana"/>
                <a:ea typeface="Verdana"/>
                <a:cs typeface="Verdana"/>
                <a:sym typeface="Verdana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812800" y="1143001"/>
            <a:ext cx="10668000" cy="495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38100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1pPr>
            <a:lvl2pPr marL="914400" marR="0" lvl="1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sz="20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2pPr>
            <a:lvl3pPr marL="1371600" marR="0" lvl="2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3pPr>
            <a:lvl4pPr marL="1828800" marR="0" lvl="3" indent="-3302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–"/>
              <a:defRPr sz="16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4pPr>
            <a:lvl5pPr marL="2286000" marR="0" lvl="4" indent="-3302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»"/>
              <a:defRPr sz="16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5pPr>
            <a:lvl6pPr marL="2743200" marR="0" lvl="5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Bookman Old Style"/>
                <a:ea typeface="Bookman Old Style"/>
                <a:cs typeface="Bookman Old Style"/>
                <a:sym typeface="Bookman Old Style"/>
              </a:defRPr>
            </a:lvl6pPr>
            <a:lvl7pPr marL="3200400" marR="0" lvl="6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Bookman Old Style"/>
                <a:ea typeface="Bookman Old Style"/>
                <a:cs typeface="Bookman Old Style"/>
                <a:sym typeface="Bookman Old Style"/>
              </a:defRPr>
            </a:lvl7pPr>
            <a:lvl8pPr marL="3657600" marR="0" lvl="7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Bookman Old Style"/>
                <a:ea typeface="Bookman Old Style"/>
                <a:cs typeface="Bookman Old Style"/>
                <a:sym typeface="Bookman Old Style"/>
              </a:defRPr>
            </a:lvl8pPr>
            <a:lvl9pPr marL="4114800" marR="0" lvl="8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Bookman Old Style"/>
                <a:ea typeface="Bookman Old Style"/>
                <a:cs typeface="Bookman Old Style"/>
                <a:sym typeface="Bookman Old Style"/>
              </a:defRPr>
            </a:lvl9pPr>
          </a:lstStyle>
          <a:p>
            <a:endParaRPr/>
          </a:p>
        </p:txBody>
      </p:sp>
      <p:sp>
        <p:nvSpPr>
          <p:cNvPr id="8" name="Google Shape;8;p1"/>
          <p:cNvSpPr txBox="1">
            <a:spLocks noGrp="1"/>
          </p:cNvSpPr>
          <p:nvPr>
            <p:ph type="dt" idx="10"/>
          </p:nvPr>
        </p:nvSpPr>
        <p:spPr>
          <a:xfrm>
            <a:off x="609600" y="6356353"/>
            <a:ext cx="28449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Verdana"/>
                <a:ea typeface="Verdana"/>
                <a:cs typeface="Verdana"/>
                <a:sym typeface="Verdana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Bookman Old Style"/>
                <a:ea typeface="Bookman Old Style"/>
                <a:cs typeface="Bookman Old Style"/>
                <a:sym typeface="Bookman Old Style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Bookman Old Style"/>
                <a:ea typeface="Bookman Old Style"/>
                <a:cs typeface="Bookman Old Style"/>
                <a:sym typeface="Bookman Old Style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Bookman Old Style"/>
                <a:ea typeface="Bookman Old Style"/>
                <a:cs typeface="Bookman Old Style"/>
                <a:sym typeface="Bookman Old Style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Bookman Old Style"/>
                <a:ea typeface="Bookman Old Style"/>
                <a:cs typeface="Bookman Old Style"/>
                <a:sym typeface="Bookman Old Style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Bookman Old Style"/>
                <a:ea typeface="Bookman Old Style"/>
                <a:cs typeface="Bookman Old Style"/>
                <a:sym typeface="Bookman Old Style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Bookman Old Style"/>
                <a:ea typeface="Bookman Old Style"/>
                <a:cs typeface="Bookman Old Style"/>
                <a:sym typeface="Bookman Old Style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Bookman Old Style"/>
                <a:ea typeface="Bookman Old Style"/>
                <a:cs typeface="Bookman Old Style"/>
                <a:sym typeface="Bookman Old Style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Bookman Old Style"/>
                <a:ea typeface="Bookman Old Style"/>
                <a:cs typeface="Bookman Old Style"/>
                <a:sym typeface="Bookman Old Style"/>
              </a:defRPr>
            </a:lvl9pPr>
          </a:lstStyle>
          <a:p>
            <a:endParaRPr/>
          </a:p>
        </p:txBody>
      </p:sp>
      <p:sp>
        <p:nvSpPr>
          <p:cNvPr id="9" name="Google Shape;9;p1"/>
          <p:cNvSpPr txBox="1">
            <a:spLocks noGrp="1"/>
          </p:cNvSpPr>
          <p:nvPr>
            <p:ph type="ftr" idx="11"/>
          </p:nvPr>
        </p:nvSpPr>
        <p:spPr>
          <a:xfrm>
            <a:off x="4165600" y="6356353"/>
            <a:ext cx="38607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Verdana"/>
                <a:ea typeface="Verdana"/>
                <a:cs typeface="Verdana"/>
                <a:sym typeface="Verdana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Bookman Old Style"/>
                <a:ea typeface="Bookman Old Style"/>
                <a:cs typeface="Bookman Old Style"/>
                <a:sym typeface="Bookman Old Style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Bookman Old Style"/>
                <a:ea typeface="Bookman Old Style"/>
                <a:cs typeface="Bookman Old Style"/>
                <a:sym typeface="Bookman Old Style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Bookman Old Style"/>
                <a:ea typeface="Bookman Old Style"/>
                <a:cs typeface="Bookman Old Style"/>
                <a:sym typeface="Bookman Old Style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Bookman Old Style"/>
                <a:ea typeface="Bookman Old Style"/>
                <a:cs typeface="Bookman Old Style"/>
                <a:sym typeface="Bookman Old Style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Bookman Old Style"/>
                <a:ea typeface="Bookman Old Style"/>
                <a:cs typeface="Bookman Old Style"/>
                <a:sym typeface="Bookman Old Style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Bookman Old Style"/>
                <a:ea typeface="Bookman Old Style"/>
                <a:cs typeface="Bookman Old Style"/>
                <a:sym typeface="Bookman Old Style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Bookman Old Style"/>
                <a:ea typeface="Bookman Old Style"/>
                <a:cs typeface="Bookman Old Style"/>
                <a:sym typeface="Bookman Old Style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Bookman Old Style"/>
                <a:ea typeface="Bookman Old Style"/>
                <a:cs typeface="Bookman Old Style"/>
                <a:sym typeface="Bookman Old Style"/>
              </a:defRPr>
            </a:lvl9pPr>
          </a:lstStyle>
          <a:p>
            <a:endParaRPr/>
          </a:p>
        </p:txBody>
      </p:sp>
      <p:sp>
        <p:nvSpPr>
          <p:cNvPr id="10" name="Google Shape;10;p1"/>
          <p:cNvSpPr txBox="1">
            <a:spLocks noGrp="1"/>
          </p:cNvSpPr>
          <p:nvPr>
            <p:ph type="sldNum" idx="12"/>
          </p:nvPr>
        </p:nvSpPr>
        <p:spPr>
          <a:xfrm>
            <a:off x="8737600" y="6356353"/>
            <a:ext cx="28449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Verdana"/>
                <a:ea typeface="Verdana"/>
                <a:cs typeface="Verdana"/>
                <a:sym typeface="Verdana"/>
              </a:defRPr>
            </a:lvl1pPr>
            <a:lvl2pPr marL="0" marR="0" lvl="1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Verdana"/>
                <a:ea typeface="Verdana"/>
                <a:cs typeface="Verdana"/>
                <a:sym typeface="Verdana"/>
              </a:defRPr>
            </a:lvl2pPr>
            <a:lvl3pPr marL="0" marR="0" lvl="2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Verdana"/>
                <a:ea typeface="Verdana"/>
                <a:cs typeface="Verdana"/>
                <a:sym typeface="Verdana"/>
              </a:defRPr>
            </a:lvl3pPr>
            <a:lvl4pPr marL="0" marR="0" lvl="3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Verdana"/>
                <a:ea typeface="Verdana"/>
                <a:cs typeface="Verdana"/>
                <a:sym typeface="Verdana"/>
              </a:defRPr>
            </a:lvl4pPr>
            <a:lvl5pPr marL="0" marR="0" lvl="4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Verdana"/>
                <a:ea typeface="Verdana"/>
                <a:cs typeface="Verdana"/>
                <a:sym typeface="Verdana"/>
              </a:defRPr>
            </a:lvl5pPr>
            <a:lvl6pPr marL="0" marR="0" lvl="5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Verdana"/>
                <a:ea typeface="Verdana"/>
                <a:cs typeface="Verdana"/>
                <a:sym typeface="Verdana"/>
              </a:defRPr>
            </a:lvl6pPr>
            <a:lvl7pPr marL="0" marR="0" lvl="6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Verdana"/>
                <a:ea typeface="Verdana"/>
                <a:cs typeface="Verdana"/>
                <a:sym typeface="Verdana"/>
              </a:defRPr>
            </a:lvl7pPr>
            <a:lvl8pPr marL="0" marR="0" lvl="7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Verdana"/>
                <a:ea typeface="Verdana"/>
                <a:cs typeface="Verdana"/>
                <a:sym typeface="Verdana"/>
              </a:defRPr>
            </a:lvl8pPr>
            <a:lvl9pPr marL="0" marR="0" lvl="8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Verdana"/>
                <a:ea typeface="Verdana"/>
                <a:cs typeface="Verdana"/>
                <a:sym typeface="Verdana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cxnSp>
        <p:nvCxnSpPr>
          <p:cNvPr id="11" name="Google Shape;11;p1"/>
          <p:cNvCxnSpPr/>
          <p:nvPr/>
        </p:nvCxnSpPr>
        <p:spPr>
          <a:xfrm>
            <a:off x="812800" y="914400"/>
            <a:ext cx="10668000" cy="0"/>
          </a:xfrm>
          <a:prstGeom prst="straightConnector1">
            <a:avLst/>
          </a:prstGeom>
          <a:noFill/>
          <a:ln w="57150" cap="flat" cmpd="thickThin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pic>
        <p:nvPicPr>
          <p:cNvPr id="12" name="Google Shape;12;p1"/>
          <p:cNvPicPr preferRelativeResize="0"/>
          <p:nvPr/>
        </p:nvPicPr>
        <p:blipFill rotWithShape="1">
          <a:blip r:embed="rId13">
            <a:alphaModFix/>
          </a:blip>
          <a:srcRect b="18046"/>
          <a:stretch/>
        </p:blipFill>
        <p:spPr>
          <a:xfrm>
            <a:off x="0" y="5991366"/>
            <a:ext cx="12192001" cy="866633"/>
          </a:xfrm>
          <a:prstGeom prst="rect">
            <a:avLst/>
          </a:prstGeom>
          <a:noFill/>
          <a:ln>
            <a:noFill/>
          </a:ln>
        </p:spPr>
      </p:pic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7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0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4.png"/><Relationship Id="rId4" Type="http://schemas.openxmlformats.org/officeDocument/2006/relationships/image" Target="../media/image13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hyperlink" Target="https://github.com/thejas-c/JourneyBox" TargetMode="External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Google Shape;87;p13"/>
          <p:cNvSpPr txBox="1">
            <a:spLocks noGrp="1"/>
          </p:cNvSpPr>
          <p:nvPr>
            <p:ph type="ctrTitle"/>
          </p:nvPr>
        </p:nvSpPr>
        <p:spPr>
          <a:xfrm>
            <a:off x="790469" y="1069102"/>
            <a:ext cx="10363200" cy="96289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lvl="0" algn="ctr"/>
            <a:r>
              <a:rPr lang="en-IN" sz="2400" dirty="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JourneyBox – Smart Travel Companion App</a:t>
            </a:r>
            <a:endParaRPr sz="2400" dirty="0">
              <a:solidFill>
                <a:schemeClr val="tx1"/>
              </a:solidFill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88" name="Google Shape;88;p13"/>
          <p:cNvSpPr txBox="1">
            <a:spLocks noGrp="1"/>
          </p:cNvSpPr>
          <p:nvPr>
            <p:ph type="subTitle" idx="1"/>
          </p:nvPr>
        </p:nvSpPr>
        <p:spPr>
          <a:xfrm>
            <a:off x="790468" y="2045352"/>
            <a:ext cx="4391131" cy="552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lvl="0" indent="0" algn="l">
              <a:spcBef>
                <a:spcPts val="0"/>
              </a:spcBef>
            </a:pPr>
            <a:r>
              <a:rPr lang="en-GB" sz="1800" dirty="0">
                <a:latin typeface="Cambria" panose="02040503050406030204" pitchFamily="18" charset="0"/>
                <a:ea typeface="Cambria" panose="02040503050406030204" pitchFamily="18" charset="0"/>
              </a:rPr>
              <a:t>Batch Number: </a:t>
            </a:r>
            <a:r>
              <a:rPr lang="en-GB" sz="1800" dirty="0">
                <a:solidFill>
                  <a:schemeClr val="tx1"/>
                </a:solidFill>
                <a:latin typeface="Bookman Old Style" panose="02050604050505020204" pitchFamily="18" charset="0"/>
                <a:ea typeface="Cambria" panose="02040503050406030204" pitchFamily="18" charset="0"/>
              </a:rPr>
              <a:t>CSE_164</a:t>
            </a:r>
            <a:endParaRPr sz="1800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91" name="Google Shape;91;p13"/>
          <p:cNvSpPr txBox="1"/>
          <p:nvPr/>
        </p:nvSpPr>
        <p:spPr>
          <a:xfrm>
            <a:off x="3222582" y="152289"/>
            <a:ext cx="5498973" cy="72937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17365D"/>
              </a:buClr>
              <a:buSzPct val="100000"/>
              <a:buFont typeface="Arial"/>
              <a:buNone/>
            </a:pPr>
            <a:r>
              <a:rPr lang="en-GB" sz="1800" b="1" dirty="0">
                <a:solidFill>
                  <a:srgbClr val="17365D"/>
                </a:solidFill>
                <a:latin typeface="Cambria" panose="02040503050406030204" pitchFamily="18" charset="0"/>
                <a:ea typeface="Cambria" panose="02040503050406030204" pitchFamily="18" charset="0"/>
                <a:cs typeface="Verdana"/>
                <a:sym typeface="Verdana"/>
              </a:rPr>
              <a:t>CSE7302-</a:t>
            </a:r>
            <a:r>
              <a:rPr lang="en-GB" sz="1800" b="1" i="0" u="none" strike="noStrike" cap="none" dirty="0">
                <a:solidFill>
                  <a:srgbClr val="17365D"/>
                </a:solidFill>
                <a:latin typeface="Cambria" panose="02040503050406030204" pitchFamily="18" charset="0"/>
                <a:ea typeface="Cambria" panose="02040503050406030204" pitchFamily="18" charset="0"/>
                <a:cs typeface="Verdana"/>
                <a:sym typeface="Verdana"/>
              </a:rPr>
              <a:t> University Project</a:t>
            </a:r>
            <a:endParaRPr sz="1800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0" marR="0" lvl="0" indent="0" algn="ctr" rtl="0">
              <a:spcBef>
                <a:spcPts val="310"/>
              </a:spcBef>
              <a:spcAft>
                <a:spcPts val="0"/>
              </a:spcAft>
              <a:buClr>
                <a:srgbClr val="17365D"/>
              </a:buClr>
              <a:buSzPct val="100000"/>
              <a:buFont typeface="Arial"/>
              <a:buNone/>
            </a:pPr>
            <a:r>
              <a:rPr lang="en-GB" sz="1800" b="1" i="0" u="none" strike="noStrike" cap="none" dirty="0">
                <a:solidFill>
                  <a:srgbClr val="17365D"/>
                </a:solidFill>
                <a:latin typeface="Cambria" panose="02040503050406030204" pitchFamily="18" charset="0"/>
                <a:ea typeface="Cambria" panose="02040503050406030204" pitchFamily="18" charset="0"/>
                <a:cs typeface="Verdana"/>
                <a:sym typeface="Verdana"/>
              </a:rPr>
              <a:t>Final Review</a:t>
            </a:r>
            <a:endParaRPr sz="1800" b="1" i="0" u="none" strike="noStrike" cap="none" dirty="0">
              <a:solidFill>
                <a:srgbClr val="17365D"/>
              </a:solidFill>
              <a:latin typeface="Cambria" panose="02040503050406030204" pitchFamily="18" charset="0"/>
              <a:ea typeface="Cambria" panose="02040503050406030204" pitchFamily="18" charset="0"/>
              <a:cs typeface="Verdana"/>
              <a:sym typeface="Verdana"/>
            </a:endParaRPr>
          </a:p>
        </p:txBody>
      </p:sp>
      <p:sp>
        <p:nvSpPr>
          <p:cNvPr id="8" name="Google Shape;91;p13"/>
          <p:cNvSpPr txBox="1"/>
          <p:nvPr/>
        </p:nvSpPr>
        <p:spPr>
          <a:xfrm>
            <a:off x="0" y="4703743"/>
            <a:ext cx="12249915" cy="1562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rtl="0">
              <a:spcBef>
                <a:spcPts val="0"/>
              </a:spcBef>
              <a:spcAft>
                <a:spcPts val="0"/>
              </a:spcAft>
              <a:buClr>
                <a:srgbClr val="17365D"/>
              </a:buClr>
              <a:buSzPct val="100000"/>
              <a:buFont typeface="Arial"/>
              <a:buNone/>
            </a:pPr>
            <a:r>
              <a:rPr lang="en-US" sz="1800" b="1" i="0" u="none" strike="noStrike" cap="none" dirty="0">
                <a:solidFill>
                  <a:schemeClr val="accent1"/>
                </a:solidFill>
                <a:latin typeface="Cambria" panose="02040503050406030204" pitchFamily="18" charset="0"/>
                <a:ea typeface="Cambria" panose="02040503050406030204" pitchFamily="18" charset="0"/>
                <a:cs typeface="Verdana"/>
                <a:sym typeface="Verdana"/>
              </a:rPr>
              <a:t>Name of the Program: </a:t>
            </a:r>
            <a:r>
              <a:rPr lang="en-US" sz="1800" b="1" dirty="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  <a:cs typeface="Verdana"/>
                <a:sym typeface="Verdana"/>
              </a:rPr>
              <a:t>CSE7302-University Project</a:t>
            </a:r>
            <a:endParaRPr lang="en-US" sz="1800" b="1" i="0" u="none" strike="noStrike" cap="none" dirty="0">
              <a:solidFill>
                <a:schemeClr val="tx1"/>
              </a:solidFill>
              <a:latin typeface="Cambria" panose="02040503050406030204" pitchFamily="18" charset="0"/>
              <a:ea typeface="Cambria" panose="02040503050406030204" pitchFamily="18" charset="0"/>
              <a:cs typeface="Verdana"/>
              <a:sym typeface="Verdana"/>
            </a:endParaRPr>
          </a:p>
          <a:p>
            <a:pPr lvl="0">
              <a:buClr>
                <a:srgbClr val="17365D"/>
              </a:buClr>
              <a:buSzPct val="100000"/>
            </a:pPr>
            <a:r>
              <a:rPr lang="en-US" sz="1800" b="1" dirty="0">
                <a:solidFill>
                  <a:schemeClr val="accent1"/>
                </a:solidFill>
                <a:latin typeface="Cambria" panose="02040503050406030204" pitchFamily="18" charset="0"/>
                <a:ea typeface="Cambria" panose="02040503050406030204" pitchFamily="18" charset="0"/>
                <a:cs typeface="Verdana"/>
                <a:sym typeface="Verdana"/>
              </a:rPr>
              <a:t>Name of the HoD: </a:t>
            </a:r>
            <a:r>
              <a:rPr lang="en-US" sz="1800" b="1" dirty="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  <a:cs typeface="Verdana"/>
                <a:sym typeface="Verdana"/>
              </a:rPr>
              <a:t>Dr. Blessed Prince</a:t>
            </a:r>
          </a:p>
          <a:p>
            <a:pPr lvl="0">
              <a:buClr>
                <a:srgbClr val="17365D"/>
              </a:buClr>
              <a:buSzPct val="100000"/>
            </a:pPr>
            <a:r>
              <a:rPr lang="en-US" sz="1800" b="1" i="0" u="none" strike="noStrike" cap="none" dirty="0">
                <a:solidFill>
                  <a:schemeClr val="accent1"/>
                </a:solidFill>
                <a:latin typeface="Cambria" panose="02040503050406030204" pitchFamily="18" charset="0"/>
                <a:ea typeface="Cambria" panose="02040503050406030204" pitchFamily="18" charset="0"/>
                <a:cs typeface="Verdana"/>
                <a:sym typeface="Verdana"/>
              </a:rPr>
              <a:t>Name of the Program Project Coordinator: </a:t>
            </a:r>
            <a:r>
              <a:rPr lang="en-US" sz="1800" b="1" dirty="0" err="1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  <a:cs typeface="Verdana"/>
                <a:sym typeface="Verdana"/>
              </a:rPr>
              <a:t>Mr.Muthuraju</a:t>
            </a:r>
            <a:r>
              <a:rPr lang="en-US" sz="1800" b="1" dirty="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  <a:cs typeface="Verdana"/>
                <a:sym typeface="Verdana"/>
              </a:rPr>
              <a:t> V</a:t>
            </a:r>
          </a:p>
          <a:p>
            <a:pPr lvl="0">
              <a:buClr>
                <a:srgbClr val="17365D"/>
              </a:buClr>
              <a:buSzPct val="100000"/>
            </a:pPr>
            <a:r>
              <a:rPr lang="en-US" sz="1800" b="1" dirty="0">
                <a:solidFill>
                  <a:schemeClr val="accent1"/>
                </a:solidFill>
                <a:latin typeface="Cambria" panose="02040503050406030204" pitchFamily="18" charset="0"/>
                <a:ea typeface="Cambria" panose="02040503050406030204" pitchFamily="18" charset="0"/>
                <a:cs typeface="Verdana"/>
                <a:sym typeface="Verdana"/>
              </a:rPr>
              <a:t>Name of the School Project Coordinators: </a:t>
            </a:r>
            <a:r>
              <a:rPr lang="en-US" sz="1800" b="1" i="0" u="none" strike="noStrike" cap="none" dirty="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  <a:cs typeface="Verdana"/>
                <a:sym typeface="Verdana"/>
              </a:rPr>
              <a:t>Dr. Sampath A K </a:t>
            </a:r>
            <a:endParaRPr sz="1800" b="1" i="0" u="none" strike="noStrike" cap="none" dirty="0">
              <a:solidFill>
                <a:schemeClr val="tx1"/>
              </a:solidFill>
              <a:latin typeface="Cambria" panose="02040503050406030204" pitchFamily="18" charset="0"/>
              <a:ea typeface="Cambria" panose="02040503050406030204" pitchFamily="18" charset="0"/>
              <a:cs typeface="Verdana"/>
              <a:sym typeface="Verdana"/>
            </a:endParaRPr>
          </a:p>
        </p:txBody>
      </p:sp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C9300913-CE83-E6D2-8220-EEF0E6A7D4B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213287067"/>
              </p:ext>
            </p:extLst>
          </p:nvPr>
        </p:nvGraphicFramePr>
        <p:xfrm>
          <a:off x="744133" y="2631381"/>
          <a:ext cx="5418675" cy="2194620"/>
        </p:xfrm>
        <a:graphic>
          <a:graphicData uri="http://schemas.openxmlformats.org/drawingml/2006/table">
            <a:tbl>
              <a:tblPr firstRow="1" bandRow="1">
                <a:noFill/>
                <a:tableStyleId>{57690726-49DA-4552-BDEB-330DD8EA8BD9}</a:tableStyleId>
              </a:tblPr>
              <a:tblGrid>
                <a:gridCol w="2085000">
                  <a:extLst>
                    <a:ext uri="{9D8B030D-6E8A-4147-A177-3AD203B41FA5}">
                      <a16:colId xmlns:a16="http://schemas.microsoft.com/office/drawing/2014/main" val="3320247729"/>
                    </a:ext>
                  </a:extLst>
                </a:gridCol>
                <a:gridCol w="3333675">
                  <a:extLst>
                    <a:ext uri="{9D8B030D-6E8A-4147-A177-3AD203B41FA5}">
                      <a16:colId xmlns:a16="http://schemas.microsoft.com/office/drawing/2014/main" val="3268712058"/>
                    </a:ext>
                  </a:extLst>
                </a:gridCol>
              </a:tblGrid>
              <a:tr h="293747">
                <a:tc>
                  <a:txBody>
                    <a:bodyPr/>
                    <a:lstStyle/>
                    <a:p>
                      <a:pPr marL="0" marR="0" lvl="1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 b="1" u="none" strike="noStrike" cap="none" dirty="0">
                          <a:solidFill>
                            <a:srgbClr val="17365D"/>
                          </a:solidFill>
                        </a:rPr>
                        <a:t>Roll Number</a:t>
                      </a:r>
                      <a:endParaRPr sz="1800" b="1" u="none" strike="noStrike" cap="none" dirty="0">
                        <a:solidFill>
                          <a:srgbClr val="17365D"/>
                        </a:solidFill>
                      </a:endParaRPr>
                    </a:p>
                  </a:txBody>
                  <a:tcPr marL="91450" marR="91450" marT="45725" marB="45725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 b="1" u="none" strike="noStrike" cap="none" dirty="0">
                          <a:solidFill>
                            <a:srgbClr val="17365D"/>
                          </a:solidFill>
                        </a:rPr>
                        <a:t>Student Name</a:t>
                      </a:r>
                      <a:endParaRPr sz="1800" b="1" u="none" strike="noStrike" cap="none" dirty="0">
                        <a:solidFill>
                          <a:srgbClr val="17365D"/>
                        </a:solidFill>
                      </a:endParaRPr>
                    </a:p>
                  </a:txBody>
                  <a:tcPr marL="91450" marR="91450" marT="45725" marB="45725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149855435"/>
                  </a:ext>
                </a:extLst>
              </a:tr>
              <a:tr h="293747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Font typeface="+mj-lt"/>
                        <a:buNone/>
                      </a:pPr>
                      <a:r>
                        <a:rPr lang="en-IN" sz="1800" u="none" strike="noStrike" cap="none" dirty="0"/>
                        <a:t>20221CSE0626</a:t>
                      </a:r>
                      <a:endParaRPr sz="1800" u="none" strike="noStrike" cap="none" dirty="0"/>
                    </a:p>
                  </a:txBody>
                  <a:tcPr marL="91450" marR="91450" marT="45725" marB="45725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N" sz="1800" u="none" strike="noStrike" cap="none" dirty="0"/>
                        <a:t>THEJAS C</a:t>
                      </a:r>
                      <a:endParaRPr sz="1800" u="none" strike="noStrike" cap="none" dirty="0"/>
                    </a:p>
                  </a:txBody>
                  <a:tcPr marL="91450" marR="91450" marT="45725" marB="45725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781393000"/>
                  </a:ext>
                </a:extLst>
              </a:tr>
              <a:tr h="293747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N" sz="1800" u="none" strike="noStrike" cap="none" dirty="0"/>
                        <a:t>20221CSE0624</a:t>
                      </a:r>
                      <a:endParaRPr sz="1800" u="none" strike="noStrike" cap="none" dirty="0"/>
                    </a:p>
                  </a:txBody>
                  <a:tcPr marL="91450" marR="91450" marT="45725" marB="45725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N" sz="1800" u="none" strike="noStrike" cap="none" dirty="0"/>
                        <a:t>T M TEJASHWINI</a:t>
                      </a:r>
                      <a:endParaRPr sz="1800" u="none" strike="noStrike" cap="none" dirty="0"/>
                    </a:p>
                  </a:txBody>
                  <a:tcPr marL="91450" marR="91450" marT="45725" marB="45725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219961331"/>
                  </a:ext>
                </a:extLst>
              </a:tr>
              <a:tr h="293747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N" sz="1800" u="none" strike="noStrike" cap="none" dirty="0"/>
                        <a:t>20221CSE0628</a:t>
                      </a:r>
                      <a:endParaRPr sz="1800" u="none" strike="noStrike" cap="none" dirty="0"/>
                    </a:p>
                  </a:txBody>
                  <a:tcPr marL="91450" marR="91450" marT="45725" marB="45725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N" sz="1800" u="none" strike="noStrike" cap="none" dirty="0"/>
                        <a:t>VINAY K HIREMATH</a:t>
                      </a:r>
                      <a:endParaRPr sz="1800" u="none" strike="noStrike" cap="none" dirty="0"/>
                    </a:p>
                  </a:txBody>
                  <a:tcPr marL="91450" marR="91450" marT="45725" marB="45725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400874960"/>
                  </a:ext>
                </a:extLst>
              </a:tr>
              <a:tr h="293747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800" u="none" strike="noStrike" cap="none" dirty="0"/>
                    </a:p>
                  </a:txBody>
                  <a:tcPr marL="91450" marR="91450" marT="45725" marB="45725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800" u="none" strike="noStrike" cap="none" dirty="0"/>
                    </a:p>
                  </a:txBody>
                  <a:tcPr marL="91450" marR="91450" marT="45725" marB="45725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864048743"/>
                  </a:ext>
                </a:extLst>
              </a:tr>
              <a:tr h="293747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800" u="none" strike="noStrike" cap="none" dirty="0"/>
                    </a:p>
                  </a:txBody>
                  <a:tcPr marL="91450" marR="91450" marT="45725" marB="45725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800" u="none" strike="noStrike" cap="none" dirty="0"/>
                    </a:p>
                  </a:txBody>
                  <a:tcPr marL="91450" marR="91450" marT="45725" marB="45725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996905173"/>
                  </a:ext>
                </a:extLst>
              </a:tr>
            </a:tbl>
          </a:graphicData>
        </a:graphic>
      </p:graphicFrame>
      <p:sp>
        <p:nvSpPr>
          <p:cNvPr id="4" name="TextBox 3">
            <a:extLst>
              <a:ext uri="{FF2B5EF4-FFF2-40B4-BE49-F238E27FC236}">
                <a16:creationId xmlns:a16="http://schemas.microsoft.com/office/drawing/2014/main" id="{46149209-34A7-B777-D590-E7D62FB7F7E2}"/>
              </a:ext>
            </a:extLst>
          </p:cNvPr>
          <p:cNvSpPr txBox="1"/>
          <p:nvPr/>
        </p:nvSpPr>
        <p:spPr>
          <a:xfrm>
            <a:off x="5893580" y="2321502"/>
            <a:ext cx="6150076" cy="207236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17365D"/>
              </a:buClr>
              <a:buSzPts val="2000"/>
              <a:buFont typeface="Arial"/>
              <a:buNone/>
            </a:pPr>
            <a:r>
              <a:rPr lang="en-US" sz="1600" b="1" i="0" u="none" strike="noStrike" cap="none" dirty="0">
                <a:solidFill>
                  <a:srgbClr val="17365D"/>
                </a:solidFill>
                <a:latin typeface="Cambria" panose="02040503050406030204" pitchFamily="18" charset="0"/>
                <a:ea typeface="Cambria" panose="02040503050406030204" pitchFamily="18" charset="0"/>
                <a:cs typeface="Verdana"/>
                <a:sym typeface="Verdana"/>
              </a:rPr>
              <a:t>Under the Supervision of,</a:t>
            </a:r>
            <a:endParaRPr lang="en-US" sz="1600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0" marR="0" lvl="0" indent="0" algn="ctr" rtl="0">
              <a:spcBef>
                <a:spcPts val="400"/>
              </a:spcBef>
              <a:spcAft>
                <a:spcPts val="0"/>
              </a:spcAft>
              <a:buClr>
                <a:srgbClr val="17365D"/>
              </a:buClr>
              <a:buSzPts val="2000"/>
              <a:buFont typeface="Arial"/>
              <a:buNone/>
            </a:pPr>
            <a:endParaRPr lang="en-US" sz="1600" b="1" i="0" u="none" strike="noStrike" cap="none" dirty="0">
              <a:solidFill>
                <a:srgbClr val="17365D"/>
              </a:solidFill>
              <a:latin typeface="Cambria" panose="02040503050406030204" pitchFamily="18" charset="0"/>
              <a:ea typeface="Cambria" panose="02040503050406030204" pitchFamily="18" charset="0"/>
              <a:cs typeface="Verdana"/>
              <a:sym typeface="Verdana"/>
            </a:endParaRPr>
          </a:p>
          <a:p>
            <a:pPr lvl="0" algn="ctr">
              <a:spcBef>
                <a:spcPts val="340"/>
              </a:spcBef>
              <a:buClr>
                <a:srgbClr val="17365D"/>
              </a:buClr>
              <a:buSzPts val="1700"/>
            </a:pPr>
            <a:r>
              <a:rPr lang="en-US" sz="1600" b="1" dirty="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  <a:cs typeface="Verdana"/>
                <a:sym typeface="Verdana"/>
              </a:rPr>
              <a:t>Ms.Delsy Jyothi </a:t>
            </a:r>
          </a:p>
          <a:p>
            <a:pPr lvl="0" algn="ctr">
              <a:spcBef>
                <a:spcPts val="340"/>
              </a:spcBef>
              <a:buClr>
                <a:srgbClr val="17365D"/>
              </a:buClr>
              <a:buSzPts val="1700"/>
            </a:pPr>
            <a:r>
              <a:rPr lang="en-GB" sz="1600" b="1" dirty="0">
                <a:solidFill>
                  <a:srgbClr val="17365D"/>
                </a:solidFill>
                <a:latin typeface="Cambria" panose="02040503050406030204" pitchFamily="18" charset="0"/>
                <a:ea typeface="Cambria" panose="02040503050406030204" pitchFamily="18" charset="0"/>
                <a:cs typeface="Verdana"/>
                <a:sym typeface="Verdana"/>
              </a:rPr>
              <a:t>Assistant Professor</a:t>
            </a:r>
            <a:endParaRPr lang="en-GB" sz="1600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0" marR="0" lvl="0" indent="0" algn="ctr" rtl="0">
              <a:spcBef>
                <a:spcPts val="340"/>
              </a:spcBef>
              <a:spcAft>
                <a:spcPts val="0"/>
              </a:spcAft>
              <a:buClr>
                <a:srgbClr val="17365D"/>
              </a:buClr>
              <a:buSzPts val="1700"/>
              <a:buFont typeface="Arial"/>
              <a:buNone/>
            </a:pPr>
            <a:r>
              <a:rPr lang="en-US" sz="1600" b="1" i="0" u="none" strike="noStrike" cap="none" dirty="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  <a:cs typeface="Verdana"/>
                <a:sym typeface="Verdana"/>
              </a:rPr>
              <a:t>School of Computer Science and Engineering</a:t>
            </a:r>
            <a:endParaRPr lang="en-US" sz="1600" dirty="0">
              <a:solidFill>
                <a:schemeClr val="tx1"/>
              </a:solidFill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0" marR="0" lvl="0" indent="0" algn="ctr" rtl="0">
              <a:spcBef>
                <a:spcPts val="340"/>
              </a:spcBef>
              <a:spcAft>
                <a:spcPts val="0"/>
              </a:spcAft>
              <a:buClr>
                <a:srgbClr val="17365D"/>
              </a:buClr>
              <a:buSzPts val="1700"/>
              <a:buFont typeface="Arial"/>
              <a:buNone/>
            </a:pPr>
            <a:r>
              <a:rPr lang="en-US" sz="1600" b="1" i="0" u="none" strike="noStrike" cap="none" dirty="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  <a:cs typeface="Verdana"/>
                <a:sym typeface="Verdana"/>
              </a:rPr>
              <a:t>Presidency University</a:t>
            </a:r>
            <a:endParaRPr lang="en-US" sz="1600" dirty="0">
              <a:solidFill>
                <a:schemeClr val="tx1"/>
              </a:solidFill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0" marR="0" lvl="0" indent="0" algn="l" rtl="0">
              <a:spcBef>
                <a:spcPts val="400"/>
              </a:spcBef>
              <a:spcAft>
                <a:spcPts val="0"/>
              </a:spcAft>
              <a:buClr>
                <a:srgbClr val="17365D"/>
              </a:buClr>
              <a:buSzPts val="2000"/>
              <a:buFont typeface="Arial"/>
              <a:buNone/>
            </a:pPr>
            <a:endParaRPr lang="en-US" sz="1600" b="1" i="0" u="none" strike="noStrike" cap="none" dirty="0">
              <a:solidFill>
                <a:srgbClr val="17365D"/>
              </a:solidFill>
              <a:latin typeface="Cambria" panose="02040503050406030204" pitchFamily="18" charset="0"/>
              <a:ea typeface="Cambria" panose="02040503050406030204" pitchFamily="18" charset="0"/>
              <a:cs typeface="Verdana"/>
              <a:sym typeface="Verdana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p14"/>
          <p:cNvSpPr txBox="1">
            <a:spLocks noGrp="1"/>
          </p:cNvSpPr>
          <p:nvPr>
            <p:ph type="title"/>
          </p:nvPr>
        </p:nvSpPr>
        <p:spPr>
          <a:xfrm>
            <a:off x="854364" y="378547"/>
            <a:ext cx="10668000" cy="48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rgbClr val="17365D"/>
              </a:buClr>
              <a:buSzPts val="2800"/>
              <a:buFont typeface="Verdana"/>
              <a:buNone/>
            </a:pPr>
            <a:r>
              <a:rPr lang="en-GB" dirty="0">
                <a:latin typeface="Cambria" panose="02040503050406030204" pitchFamily="18" charset="0"/>
                <a:ea typeface="Cambria" panose="02040503050406030204" pitchFamily="18" charset="0"/>
              </a:rPr>
              <a:t>Content</a:t>
            </a:r>
            <a:endParaRPr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97" name="Google Shape;97;p14"/>
          <p:cNvSpPr txBox="1">
            <a:spLocks noGrp="1"/>
          </p:cNvSpPr>
          <p:nvPr>
            <p:ph type="body" idx="1"/>
          </p:nvPr>
        </p:nvSpPr>
        <p:spPr>
          <a:xfrm>
            <a:off x="762000" y="1715077"/>
            <a:ext cx="10668000" cy="342784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numCol="2" anchor="t" anchorCtr="0">
            <a:noAutofit/>
          </a:bodyPr>
          <a:lstStyle/>
          <a:p>
            <a:pPr marL="495300" indent="-342900" algn="just">
              <a:lnSpc>
                <a:spcPct val="150000"/>
              </a:lnSpc>
              <a:spcBef>
                <a:spcPts val="0"/>
              </a:spcBef>
              <a:buFont typeface="Arial" panose="020B0604020202020204" pitchFamily="34" charset="0"/>
              <a:buChar char="•"/>
            </a:pPr>
            <a:r>
              <a:rPr lang="en-US" dirty="0">
                <a:latin typeface="Cambria" panose="02040503050406030204" pitchFamily="18" charset="0"/>
                <a:ea typeface="Cambria" panose="02040503050406030204" pitchFamily="18" charset="0"/>
              </a:rPr>
              <a:t>Abstract</a:t>
            </a:r>
          </a:p>
          <a:p>
            <a:pPr marL="495300" indent="-342900" algn="just">
              <a:lnSpc>
                <a:spcPct val="150000"/>
              </a:lnSpc>
              <a:spcBef>
                <a:spcPts val="0"/>
              </a:spcBef>
              <a:buFont typeface="Arial" panose="020B0604020202020204" pitchFamily="34" charset="0"/>
              <a:buChar char="•"/>
            </a:pPr>
            <a:r>
              <a:rPr lang="en-US" dirty="0">
                <a:latin typeface="Cambria" panose="02040503050406030204" pitchFamily="18" charset="0"/>
                <a:ea typeface="Cambria" panose="02040503050406030204" pitchFamily="18" charset="0"/>
              </a:rPr>
              <a:t>Objectives</a:t>
            </a:r>
          </a:p>
          <a:p>
            <a:pPr marL="495300" indent="-342900" algn="just">
              <a:lnSpc>
                <a:spcPct val="150000"/>
              </a:lnSpc>
              <a:spcBef>
                <a:spcPts val="0"/>
              </a:spcBef>
              <a:buFont typeface="Arial" panose="020B0604020202020204" pitchFamily="34" charset="0"/>
              <a:buChar char="•"/>
            </a:pPr>
            <a:r>
              <a:rPr lang="en-US" dirty="0">
                <a:latin typeface="Cambria" panose="02040503050406030204" pitchFamily="18" charset="0"/>
                <a:ea typeface="Cambria" panose="02040503050406030204" pitchFamily="18" charset="0"/>
              </a:rPr>
              <a:t>Background</a:t>
            </a:r>
          </a:p>
          <a:p>
            <a:pPr marL="495300" lvl="0" indent="-342900" algn="just">
              <a:lnSpc>
                <a:spcPct val="150000"/>
              </a:lnSpc>
              <a:spcBef>
                <a:spcPts val="0"/>
              </a:spcBef>
              <a:buFont typeface="Arial" panose="020B0604020202020204" pitchFamily="34" charset="0"/>
              <a:buChar char="•"/>
            </a:pPr>
            <a:r>
              <a:rPr lang="en-US" dirty="0">
                <a:latin typeface="Cambria" panose="02040503050406030204" pitchFamily="18" charset="0"/>
                <a:ea typeface="Cambria" panose="02040503050406030204" pitchFamily="18" charset="0"/>
              </a:rPr>
              <a:t>Existing Technologies</a:t>
            </a:r>
          </a:p>
          <a:p>
            <a:pPr marL="495300" indent="-342900" algn="just">
              <a:lnSpc>
                <a:spcPct val="150000"/>
              </a:lnSpc>
              <a:spcBef>
                <a:spcPts val="0"/>
              </a:spcBef>
              <a:buFont typeface="Arial" panose="020B0604020202020204" pitchFamily="34" charset="0"/>
              <a:buChar char="•"/>
            </a:pPr>
            <a:r>
              <a:rPr lang="en-US" dirty="0">
                <a:latin typeface="Cambria" panose="02040503050406030204" pitchFamily="18" charset="0"/>
                <a:ea typeface="Cambria" panose="02040503050406030204" pitchFamily="18" charset="0"/>
              </a:rPr>
              <a:t>Proposed Approach</a:t>
            </a:r>
          </a:p>
          <a:p>
            <a:pPr marL="495300" lvl="0" indent="-342900" algn="just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 panose="020B0604020202020204" pitchFamily="34" charset="0"/>
              <a:buChar char="•"/>
            </a:pPr>
            <a:r>
              <a:rPr lang="en-US" dirty="0">
                <a:latin typeface="Cambria" panose="02040503050406030204" pitchFamily="18" charset="0"/>
                <a:ea typeface="Cambria" panose="02040503050406030204" pitchFamily="18" charset="0"/>
              </a:rPr>
              <a:t>Architecture Diagram</a:t>
            </a:r>
          </a:p>
          <a:p>
            <a:pPr marL="495300" lvl="0" indent="-342900" algn="just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 panose="020B0604020202020204" pitchFamily="34" charset="0"/>
              <a:buChar char="•"/>
            </a:pPr>
            <a:r>
              <a:rPr lang="en-US" dirty="0">
                <a:latin typeface="Cambria" panose="02040503050406030204" pitchFamily="18" charset="0"/>
                <a:ea typeface="Cambria" panose="02040503050406030204" pitchFamily="18" charset="0"/>
              </a:rPr>
              <a:t>Software Details</a:t>
            </a:r>
          </a:p>
          <a:p>
            <a:pPr marL="495300" lvl="0" indent="-342900" algn="just">
              <a:lnSpc>
                <a:spcPct val="150000"/>
              </a:lnSpc>
              <a:spcBef>
                <a:spcPts val="0"/>
              </a:spcBef>
              <a:buFont typeface="Arial" panose="020B0604020202020204" pitchFamily="34" charset="0"/>
              <a:buChar char="•"/>
            </a:pPr>
            <a:r>
              <a:rPr lang="en-GB" dirty="0">
                <a:latin typeface="Cambria" panose="02040503050406030204" pitchFamily="18" charset="0"/>
                <a:ea typeface="Cambria" panose="02040503050406030204" pitchFamily="18" charset="0"/>
              </a:rPr>
              <a:t>Timeline of the Project (Gantt Chart)</a:t>
            </a:r>
          </a:p>
          <a:p>
            <a:pPr marL="495300" lvl="0" indent="-342900" algn="just">
              <a:lnSpc>
                <a:spcPct val="150000"/>
              </a:lnSpc>
              <a:spcBef>
                <a:spcPts val="0"/>
              </a:spcBef>
              <a:buFont typeface="Arial" panose="020B0604020202020204" pitchFamily="34" charset="0"/>
              <a:buChar char="•"/>
            </a:pPr>
            <a:r>
              <a:rPr lang="en-US" dirty="0">
                <a:latin typeface="Cambria" panose="02040503050406030204" pitchFamily="18" charset="0"/>
                <a:ea typeface="Cambria" panose="02040503050406030204" pitchFamily="18" charset="0"/>
              </a:rPr>
              <a:t>Project Output</a:t>
            </a:r>
          </a:p>
          <a:p>
            <a:pPr marL="495300" lvl="0" indent="-342900" algn="just">
              <a:lnSpc>
                <a:spcPct val="150000"/>
              </a:lnSpc>
              <a:spcBef>
                <a:spcPts val="0"/>
              </a:spcBef>
              <a:buFont typeface="Arial" panose="020B0604020202020204" pitchFamily="34" charset="0"/>
              <a:buChar char="•"/>
            </a:pPr>
            <a:r>
              <a:rPr lang="en-US" dirty="0">
                <a:latin typeface="Cambria" panose="02040503050406030204" pitchFamily="18" charset="0"/>
                <a:ea typeface="Cambria" panose="02040503050406030204" pitchFamily="18" charset="0"/>
              </a:rPr>
              <a:t>GitHub Link</a:t>
            </a:r>
          </a:p>
          <a:p>
            <a:pPr marL="495300" lvl="0" indent="-342900" algn="just">
              <a:lnSpc>
                <a:spcPct val="150000"/>
              </a:lnSpc>
              <a:spcBef>
                <a:spcPts val="0"/>
              </a:spcBef>
              <a:buFont typeface="Arial" panose="020B0604020202020204" pitchFamily="34" charset="0"/>
              <a:buChar char="•"/>
            </a:pPr>
            <a:r>
              <a:rPr lang="en-US" dirty="0">
                <a:latin typeface="Cambria" panose="02040503050406030204" pitchFamily="18" charset="0"/>
                <a:ea typeface="Cambria" panose="02040503050406030204" pitchFamily="18" charset="0"/>
              </a:rPr>
              <a:t>References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3D84F67-36ED-5F83-81E7-1922C3902A5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>
                <a:latin typeface="Cambria" panose="02040503050406030204" pitchFamily="18" charset="0"/>
                <a:ea typeface="Cambria" panose="02040503050406030204" pitchFamily="18" charset="0"/>
              </a:rPr>
              <a:t>Abstract</a:t>
            </a:r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ADD98DDF-A8B3-4D01-3D44-6F4F6DDAA192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812800" y="1720840"/>
            <a:ext cx="10762673" cy="341632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342900" indent="-34290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mbria" panose="02040503050406030204" pitchFamily="18" charset="0"/>
                <a:ea typeface="Cambria" panose="02040503050406030204" pitchFamily="18" charset="0"/>
              </a:rPr>
              <a:t>Travel information today is scattered across emails, apps, and screenshots.</a:t>
            </a:r>
          </a:p>
          <a:p>
            <a:pPr marL="342900" indent="-34290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mbria" panose="02040503050406030204" pitchFamily="18" charset="0"/>
                <a:ea typeface="Cambria" panose="02040503050406030204" pitchFamily="18" charset="0"/>
              </a:rPr>
              <a:t>Leads to missed schedules, budget issues, and stress.</a:t>
            </a:r>
          </a:p>
          <a:p>
            <a:pPr marL="342900" indent="-34290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</a:pPr>
            <a:r>
              <a:rPr kumimoji="0" lang="en-US" altLang="en-US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Cambria" panose="02040503050406030204" pitchFamily="18" charset="0"/>
                <a:ea typeface="Cambria" panose="02040503050406030204" pitchFamily="18" charset="0"/>
              </a:rPr>
              <a:t>JourneyBox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mbria" panose="02040503050406030204" pitchFamily="18" charset="0"/>
                <a:ea typeface="Cambria" panose="02040503050406030204" pitchFamily="18" charset="0"/>
              </a:rPr>
              <a:t>: a mobile app that centralizes trip planning, documents, expenses, and emergency support.</a:t>
            </a:r>
          </a:p>
          <a:p>
            <a:pPr marL="342900" indent="-34290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mbria" panose="02040503050406030204" pitchFamily="18" charset="0"/>
                <a:ea typeface="Cambria" panose="02040503050406030204" pitchFamily="18" charset="0"/>
              </a:rPr>
              <a:t>Features: offline access, map navigation, reminders, expense tracking.</a:t>
            </a:r>
          </a:p>
          <a:p>
            <a:pPr marL="342900" indent="-34290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mbria" panose="02040503050406030204" pitchFamily="18" charset="0"/>
                <a:ea typeface="Cambria" panose="02040503050406030204" pitchFamily="18" charset="0"/>
              </a:rPr>
              <a:t>Goal: convenience, safety, and organization in one platform.</a:t>
            </a:r>
          </a:p>
        </p:txBody>
      </p:sp>
    </p:spTree>
    <p:extLst>
      <p:ext uri="{BB962C8B-B14F-4D97-AF65-F5344CB8AC3E}">
        <p14:creationId xmlns:p14="http://schemas.microsoft.com/office/powerpoint/2010/main" val="185628317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A655F22-7106-ADA3-BB88-89261C5F33A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latin typeface="Cambria" panose="02040503050406030204" pitchFamily="18" charset="0"/>
                <a:ea typeface="Cambria" panose="02040503050406030204" pitchFamily="18" charset="0"/>
              </a:rPr>
              <a:t>Objectives</a:t>
            </a:r>
            <a:endParaRPr lang="en-IN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C0752F4-8D75-D8F3-6E5C-E95FBD8A4C5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762000" y="952500"/>
            <a:ext cx="10668000" cy="4953000"/>
          </a:xfrm>
        </p:spPr>
        <p:txBody>
          <a:bodyPr>
            <a:normAutofit/>
          </a:bodyPr>
          <a:lstStyle/>
          <a:p>
            <a:pPr>
              <a:lnSpc>
                <a:spcPct val="150000"/>
              </a:lnSpc>
            </a:pPr>
            <a:r>
              <a:rPr lang="en-US" dirty="0">
                <a:latin typeface="Cambria" panose="02040503050406030204" pitchFamily="18" charset="0"/>
                <a:ea typeface="Cambria" panose="02040503050406030204" pitchFamily="18" charset="0"/>
              </a:rPr>
              <a:t>To develop a mobile application that can capture and store complete trip-related information (itinerary, bookings, documents, notes).</a:t>
            </a:r>
          </a:p>
          <a:p>
            <a:pPr>
              <a:lnSpc>
                <a:spcPct val="150000"/>
              </a:lnSpc>
            </a:pPr>
            <a:r>
              <a:rPr lang="en-US" dirty="0">
                <a:latin typeface="Cambria" panose="02040503050406030204" pitchFamily="18" charset="0"/>
                <a:ea typeface="Cambria" panose="02040503050406030204" pitchFamily="18" charset="0"/>
              </a:rPr>
              <a:t>To provide organized trip management through a single dashboard for each journey.</a:t>
            </a:r>
          </a:p>
          <a:p>
            <a:pPr>
              <a:lnSpc>
                <a:spcPct val="150000"/>
              </a:lnSpc>
            </a:pPr>
            <a:r>
              <a:rPr lang="en-US" dirty="0">
                <a:latin typeface="Cambria" panose="02040503050406030204" pitchFamily="18" charset="0"/>
                <a:ea typeface="Cambria" panose="02040503050406030204" pitchFamily="18" charset="0"/>
              </a:rPr>
              <a:t>To assist travelers with reminders and real-time trip support during travel.</a:t>
            </a:r>
          </a:p>
          <a:p>
            <a:pPr>
              <a:lnSpc>
                <a:spcPct val="150000"/>
              </a:lnSpc>
            </a:pPr>
            <a:r>
              <a:rPr lang="en-US" dirty="0">
                <a:latin typeface="Cambria" panose="02040503050406030204" pitchFamily="18" charset="0"/>
                <a:ea typeface="Cambria" panose="02040503050406030204" pitchFamily="18" charset="0"/>
              </a:rPr>
              <a:t>To enable offline access to important trip details in low-network areas.</a:t>
            </a:r>
          </a:p>
          <a:p>
            <a:pPr>
              <a:lnSpc>
                <a:spcPct val="150000"/>
              </a:lnSpc>
            </a:pPr>
            <a:r>
              <a:rPr lang="en-US" dirty="0">
                <a:latin typeface="Cambria" panose="02040503050406030204" pitchFamily="18" charset="0"/>
                <a:ea typeface="Cambria" panose="02040503050406030204" pitchFamily="18" charset="0"/>
              </a:rPr>
              <a:t>To help users track trip expenses and budgets for better financial planning.</a:t>
            </a:r>
          </a:p>
          <a:p>
            <a:pPr>
              <a:lnSpc>
                <a:spcPct val="150000"/>
              </a:lnSpc>
            </a:pPr>
            <a:r>
              <a:rPr lang="en-US" dirty="0">
                <a:latin typeface="Cambria" panose="02040503050406030204" pitchFamily="18" charset="0"/>
                <a:ea typeface="Cambria" panose="02040503050406030204" pitchFamily="18" charset="0"/>
              </a:rPr>
              <a:t>To improve traveler safety by providing emergency contact and SOS support.</a:t>
            </a:r>
            <a:endParaRPr lang="en-IN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51787232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A655F22-7106-ADA3-BB88-89261C5F33A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latin typeface="Cambria" panose="02040503050406030204" pitchFamily="18" charset="0"/>
                <a:ea typeface="Cambria" panose="02040503050406030204" pitchFamily="18" charset="0"/>
              </a:rPr>
              <a:t>Background</a:t>
            </a:r>
            <a:endParaRPr lang="en-IN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6DC507ED-6A73-901E-36C8-FD5BD43C86F5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762000" y="1997839"/>
            <a:ext cx="10668000" cy="286232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342900" indent="-34290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mbria" panose="02040503050406030204" pitchFamily="18" charset="0"/>
                <a:ea typeface="Cambria" panose="02040503050406030204" pitchFamily="18" charset="0"/>
              </a:rPr>
              <a:t>Tourism sector growing rapidly worldwide.</a:t>
            </a:r>
          </a:p>
          <a:p>
            <a:pPr marL="342900" indent="-34290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mbria" panose="02040503050406030204" pitchFamily="18" charset="0"/>
                <a:ea typeface="Cambria" panose="02040503050406030204" pitchFamily="18" charset="0"/>
              </a:rPr>
              <a:t>Travel data: bookings, itineraries, payments, emergency contacts.</a:t>
            </a:r>
          </a:p>
          <a:p>
            <a:pPr marL="342900" indent="-34290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mbria" panose="02040503050406030204" pitchFamily="18" charset="0"/>
                <a:ea typeface="Cambria" panose="02040503050406030204" pitchFamily="18" charset="0"/>
              </a:rPr>
              <a:t>Issues: decentralized storage, poor offline access, safety risks.</a:t>
            </a:r>
          </a:p>
          <a:p>
            <a:pPr marL="342900" indent="-34290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mbria" panose="02040503050406030204" pitchFamily="18" charset="0"/>
                <a:ea typeface="Cambria" panose="02040503050406030204" pitchFamily="18" charset="0"/>
              </a:rPr>
              <a:t>India: urbanization + digital booking → high demand for integrated travel apps.</a:t>
            </a:r>
          </a:p>
        </p:txBody>
      </p:sp>
    </p:spTree>
    <p:extLst>
      <p:ext uri="{BB962C8B-B14F-4D97-AF65-F5344CB8AC3E}">
        <p14:creationId xmlns:p14="http://schemas.microsoft.com/office/powerpoint/2010/main" val="57587242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p17"/>
          <p:cNvSpPr txBox="1">
            <a:spLocks noGrp="1"/>
          </p:cNvSpPr>
          <p:nvPr>
            <p:ph type="title"/>
          </p:nvPr>
        </p:nvSpPr>
        <p:spPr>
          <a:xfrm>
            <a:off x="594589" y="274638"/>
            <a:ext cx="10668000" cy="48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152400" lvl="0">
              <a:lnSpc>
                <a:spcPct val="200000"/>
              </a:lnSpc>
            </a:pPr>
            <a:r>
              <a:rPr lang="en-IN" dirty="0">
                <a:latin typeface="Cambria" panose="02040503050406030204" pitchFamily="18" charset="0"/>
                <a:ea typeface="Cambria" panose="02040503050406030204" pitchFamily="18" charset="0"/>
              </a:rPr>
              <a:t>Existing Technologies</a:t>
            </a:r>
            <a:endParaRPr lang="en-US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81CB84AF-6FFA-4F75-1BB8-21514F34E298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786252" y="2274838"/>
            <a:ext cx="9515746" cy="230832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342900" indent="-34290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mbria" panose="02040503050406030204" pitchFamily="18" charset="0"/>
                <a:ea typeface="Cambria" panose="02040503050406030204" pitchFamily="18" charset="0"/>
              </a:rPr>
              <a:t>Govt tourism sites → static info only.</a:t>
            </a:r>
          </a:p>
          <a:p>
            <a:pPr marL="342900" indent="-34290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mbria" panose="02040503050406030204" pitchFamily="18" charset="0"/>
                <a:ea typeface="Cambria" panose="02040503050406030204" pitchFamily="18" charset="0"/>
              </a:rPr>
              <a:t>Booking/navigation apps → single functionality, no integration.</a:t>
            </a:r>
          </a:p>
          <a:p>
            <a:pPr marL="342900" indent="-34290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mbria" panose="02040503050406030204" pitchFamily="18" charset="0"/>
                <a:ea typeface="Cambria" panose="02040503050406030204" pitchFamily="18" charset="0"/>
              </a:rPr>
              <a:t>Research prototypes → limited usability, no offline/safety features.</a:t>
            </a:r>
          </a:p>
          <a:p>
            <a:pPr marL="342900" indent="-34290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mbria" panose="02040503050406030204" pitchFamily="18" charset="0"/>
                <a:ea typeface="Cambria" panose="02040503050406030204" pitchFamily="18" charset="0"/>
              </a:rPr>
              <a:t>Gap: need for an integrated, user‑centric travel management system.</a:t>
            </a:r>
          </a:p>
        </p:txBody>
      </p:sp>
    </p:spTree>
    <p:extLst>
      <p:ext uri="{BB962C8B-B14F-4D97-AF65-F5344CB8AC3E}">
        <p14:creationId xmlns:p14="http://schemas.microsoft.com/office/powerpoint/2010/main" val="103081615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p17"/>
          <p:cNvSpPr txBox="1">
            <a:spLocks noGrp="1"/>
          </p:cNvSpPr>
          <p:nvPr>
            <p:ph type="title"/>
          </p:nvPr>
        </p:nvSpPr>
        <p:spPr>
          <a:xfrm>
            <a:off x="604980" y="274638"/>
            <a:ext cx="10668000" cy="48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152400" lvl="0">
              <a:lnSpc>
                <a:spcPct val="200000"/>
              </a:lnSpc>
            </a:pPr>
            <a:r>
              <a:rPr lang="en-IN" dirty="0">
                <a:latin typeface="Cambria" panose="02040503050406030204" pitchFamily="18" charset="0"/>
                <a:ea typeface="Cambria" panose="02040503050406030204" pitchFamily="18" charset="0"/>
              </a:rPr>
              <a:t>Proposed Approach</a:t>
            </a:r>
            <a:endParaRPr lang="en-US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DC915F2-F5C1-CA56-3054-137544E31E48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833581" y="1997839"/>
            <a:ext cx="10035309" cy="286232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342900" indent="-34290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mbria" panose="02040503050406030204" pitchFamily="18" charset="0"/>
                <a:ea typeface="Cambria" panose="02040503050406030204" pitchFamily="18" charset="0"/>
              </a:rPr>
              <a:t>Mobile app for trip planning, document storage, expense tracking.</a:t>
            </a:r>
          </a:p>
          <a:p>
            <a:pPr marL="342900" indent="-34290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mbria" panose="02040503050406030204" pitchFamily="18" charset="0"/>
                <a:ea typeface="Cambria" panose="02040503050406030204" pitchFamily="18" charset="0"/>
              </a:rPr>
              <a:t>Real‑time location services + contextual reminders.</a:t>
            </a:r>
          </a:p>
          <a:p>
            <a:pPr marL="342900" indent="-34290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mbria" panose="02040503050406030204" pitchFamily="18" charset="0"/>
                <a:ea typeface="Cambria" panose="02040503050406030204" pitchFamily="18" charset="0"/>
              </a:rPr>
              <a:t>Expense categorization and budget monitoring.</a:t>
            </a:r>
          </a:p>
          <a:p>
            <a:pPr marL="342900" indent="-34290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mbria" panose="02040503050406030204" pitchFamily="18" charset="0"/>
                <a:ea typeface="Cambria" panose="02040503050406030204" pitchFamily="18" charset="0"/>
              </a:rPr>
              <a:t>Universal use: leisure, education, work trips.</a:t>
            </a:r>
          </a:p>
          <a:p>
            <a:pPr marL="342900" indent="-34290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mbria" panose="02040503050406030204" pitchFamily="18" charset="0"/>
                <a:ea typeface="Cambria" panose="02040503050406030204" pitchFamily="18" charset="0"/>
              </a:rPr>
              <a:t>Limitations: internet dependency for real‑time services.</a:t>
            </a:r>
          </a:p>
        </p:txBody>
      </p:sp>
    </p:spTree>
    <p:extLst>
      <p:ext uri="{BB962C8B-B14F-4D97-AF65-F5344CB8AC3E}">
        <p14:creationId xmlns:p14="http://schemas.microsoft.com/office/powerpoint/2010/main" val="333883254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p17"/>
          <p:cNvSpPr txBox="1">
            <a:spLocks noGrp="1"/>
          </p:cNvSpPr>
          <p:nvPr>
            <p:ph type="title"/>
          </p:nvPr>
        </p:nvSpPr>
        <p:spPr>
          <a:xfrm>
            <a:off x="615371" y="274638"/>
            <a:ext cx="10668000" cy="48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152400" lvl="0">
              <a:lnSpc>
                <a:spcPct val="200000"/>
              </a:lnSpc>
            </a:pPr>
            <a:r>
              <a:rPr lang="en-US" dirty="0">
                <a:latin typeface="Cambria" panose="02040503050406030204" pitchFamily="18" charset="0"/>
                <a:ea typeface="Cambria" panose="02040503050406030204" pitchFamily="18" charset="0"/>
              </a:rPr>
              <a:t>Architecture Diagram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F2DB2BD3-BB38-E0EE-0A85-4B2226FCDBC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334916" y="941511"/>
            <a:ext cx="7522167" cy="497497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0045574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p17"/>
          <p:cNvSpPr txBox="1">
            <a:spLocks noGrp="1"/>
          </p:cNvSpPr>
          <p:nvPr>
            <p:ph type="title"/>
          </p:nvPr>
        </p:nvSpPr>
        <p:spPr>
          <a:xfrm>
            <a:off x="740063" y="274638"/>
            <a:ext cx="10668000" cy="48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152400" lvl="0">
              <a:lnSpc>
                <a:spcPct val="200000"/>
              </a:lnSpc>
            </a:pPr>
            <a:r>
              <a:rPr lang="en-US" dirty="0">
                <a:latin typeface="Cambria" panose="02040503050406030204" pitchFamily="18" charset="0"/>
                <a:ea typeface="Cambria" panose="02040503050406030204" pitchFamily="18" charset="0"/>
              </a:rPr>
              <a:t>Software Details</a:t>
            </a:r>
          </a:p>
        </p:txBody>
      </p:sp>
      <p:sp>
        <p:nvSpPr>
          <p:cNvPr id="115" name="Google Shape;115;p17"/>
          <p:cNvSpPr txBox="1">
            <a:spLocks noGrp="1"/>
          </p:cNvSpPr>
          <p:nvPr>
            <p:ph type="body" idx="1"/>
          </p:nvPr>
        </p:nvSpPr>
        <p:spPr>
          <a:xfrm>
            <a:off x="762000" y="1828800"/>
            <a:ext cx="10668000" cy="3200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>
              <a:lnSpc>
                <a:spcPct val="150000"/>
              </a:lnSpc>
            </a:pPr>
            <a:r>
              <a:rPr lang="en-IN" dirty="0">
                <a:latin typeface="Cambria" panose="02040503050406030204" pitchFamily="18" charset="0"/>
                <a:ea typeface="Cambria" panose="02040503050406030204" pitchFamily="18" charset="0"/>
              </a:rPr>
              <a:t>Android Studio</a:t>
            </a:r>
          </a:p>
          <a:p>
            <a:pPr>
              <a:lnSpc>
                <a:spcPct val="150000"/>
              </a:lnSpc>
            </a:pPr>
            <a:r>
              <a:rPr lang="en-IN" dirty="0">
                <a:latin typeface="Cambria" panose="02040503050406030204" pitchFamily="18" charset="0"/>
                <a:ea typeface="Cambria" panose="02040503050406030204" pitchFamily="18" charset="0"/>
              </a:rPr>
              <a:t>Java / Kotlin</a:t>
            </a:r>
          </a:p>
          <a:p>
            <a:pPr>
              <a:lnSpc>
                <a:spcPct val="150000"/>
              </a:lnSpc>
            </a:pPr>
            <a:r>
              <a:rPr lang="en-IN" dirty="0">
                <a:latin typeface="Cambria" panose="02040503050406030204" pitchFamily="18" charset="0"/>
                <a:ea typeface="Cambria" panose="02040503050406030204" pitchFamily="18" charset="0"/>
              </a:rPr>
              <a:t>Git &amp; GitHub</a:t>
            </a:r>
          </a:p>
          <a:p>
            <a:pPr>
              <a:lnSpc>
                <a:spcPct val="150000"/>
              </a:lnSpc>
            </a:pPr>
            <a:r>
              <a:rPr lang="en-IN" dirty="0">
                <a:latin typeface="Cambria" panose="02040503050406030204" pitchFamily="18" charset="0"/>
                <a:ea typeface="Cambria" panose="02040503050406030204" pitchFamily="18" charset="0"/>
              </a:rPr>
              <a:t>Google Gemini API</a:t>
            </a:r>
          </a:p>
          <a:p>
            <a:pPr>
              <a:lnSpc>
                <a:spcPct val="150000"/>
              </a:lnSpc>
            </a:pPr>
            <a:r>
              <a:rPr lang="en-IN" dirty="0" err="1">
                <a:latin typeface="Cambria" panose="02040503050406030204" pitchFamily="18" charset="0"/>
                <a:ea typeface="Cambria" panose="02040503050406030204" pitchFamily="18" charset="0"/>
              </a:rPr>
              <a:t>FireBase</a:t>
            </a:r>
            <a:r>
              <a:rPr lang="en-IN" dirty="0"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r>
              <a:rPr lang="en-IN" dirty="0" err="1">
                <a:latin typeface="Cambria" panose="02040503050406030204" pitchFamily="18" charset="0"/>
                <a:ea typeface="Cambria" panose="02040503050406030204" pitchFamily="18" charset="0"/>
              </a:rPr>
              <a:t>FireStore</a:t>
            </a:r>
            <a:endParaRPr lang="en-IN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68094960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p17"/>
          <p:cNvSpPr txBox="1">
            <a:spLocks noGrp="1"/>
          </p:cNvSpPr>
          <p:nvPr>
            <p:ph type="title"/>
          </p:nvPr>
        </p:nvSpPr>
        <p:spPr>
          <a:xfrm>
            <a:off x="812800" y="274638"/>
            <a:ext cx="10668000" cy="48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rgbClr val="17365D"/>
              </a:buClr>
              <a:buSzPts val="2800"/>
              <a:buFont typeface="Verdana"/>
              <a:buNone/>
            </a:pPr>
            <a:r>
              <a:rPr lang="en-GB" dirty="0">
                <a:latin typeface="Cambria" panose="02040503050406030204" pitchFamily="18" charset="0"/>
                <a:ea typeface="Cambria" panose="02040503050406030204" pitchFamily="18" charset="0"/>
              </a:rPr>
              <a:t>Timeline of the Project (Gantt Chart)</a:t>
            </a:r>
            <a:endParaRPr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A8739732-095A-23B2-21BE-FAA2066CB05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93002" y="1121108"/>
            <a:ext cx="9205995" cy="4615784"/>
          </a:xfrm>
          <a:prstGeom prst="rect">
            <a:avLst/>
          </a:prstGeom>
          <a:solidFill>
            <a:srgbClr val="FFFFFF">
              <a:shade val="85000"/>
            </a:srgbClr>
          </a:solidFill>
          <a:ln w="190500" cap="rnd">
            <a:solidFill>
              <a:srgbClr val="FFFFFF"/>
            </a:solidFill>
          </a:ln>
          <a:effectLst>
            <a:outerShdw blurRad="50000" algn="tl" rotWithShape="0">
              <a:srgbClr val="000000">
                <a:alpha val="41000"/>
              </a:srgbClr>
            </a:outerShdw>
          </a:effectLst>
          <a:scene3d>
            <a:camera prst="orthographicFront"/>
            <a:lightRig rig="twoPt" dir="t">
              <a:rot lat="0" lon="0" rev="7800000"/>
            </a:lightRig>
          </a:scene3d>
          <a:sp3d contourW="6350">
            <a:bevelT w="50800" h="16510"/>
            <a:contourClr>
              <a:srgbClr val="C0C0C0"/>
            </a:contourClr>
          </a:sp3d>
        </p:spPr>
      </p:pic>
    </p:spTree>
    <p:extLst>
      <p:ext uri="{BB962C8B-B14F-4D97-AF65-F5344CB8AC3E}">
        <p14:creationId xmlns:p14="http://schemas.microsoft.com/office/powerpoint/2010/main" val="47989027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2FA7C4E-53BF-55FE-40D2-6AF6ACF39AE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>
                <a:latin typeface="Cambria" panose="02040503050406030204" pitchFamily="18" charset="0"/>
                <a:ea typeface="Cambria" panose="02040503050406030204" pitchFamily="18" charset="0"/>
              </a:rPr>
              <a:t>Project Output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E5B8A669-A8E8-7FCC-60D7-5A4060B2CAF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141400" y="957124"/>
            <a:ext cx="5909199" cy="2471876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4B612B49-6572-13CF-1493-995C1F8D3A8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141400" y="3623986"/>
            <a:ext cx="2346613" cy="2471876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A6B85085-28A3-AAFA-1346-1A668E9510A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591659" y="3623986"/>
            <a:ext cx="3458940" cy="247187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81269063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B290C8C-4D49-A1E9-BBA7-7E43194F681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>
                <a:latin typeface="Cambria" panose="02040503050406030204" pitchFamily="18" charset="0"/>
                <a:ea typeface="Cambria" panose="02040503050406030204" pitchFamily="18" charset="0"/>
              </a:rPr>
              <a:t>Project Output (Contd.)</a:t>
            </a:r>
            <a:endParaRPr lang="en-IN" dirty="0"/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83A5078F-02CB-D448-4575-B77F243DFE8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176359" y="957124"/>
            <a:ext cx="5940881" cy="2471876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72B4AB38-8067-BF16-E12E-86CC8E389C7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176359" y="3623986"/>
            <a:ext cx="4710714" cy="2471876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F24B77F6-3FDA-5E85-79B0-56D14DB5DD5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931748" y="3623986"/>
            <a:ext cx="1185492" cy="247187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70056111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024C74E-A05B-3DEF-1EC6-DEEFE68957F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>
            <a:extLst>
              <a:ext uri="{FF2B5EF4-FFF2-40B4-BE49-F238E27FC236}">
                <a16:creationId xmlns:a16="http://schemas.microsoft.com/office/drawing/2014/main" id="{35054338-7327-2937-F17A-A54BDE13A39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96000" y="957123"/>
            <a:ext cx="3626560" cy="2471877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24DB8B6B-EA2E-D325-E76F-41F8F6CA4F3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>
                <a:latin typeface="Cambria" panose="02040503050406030204" pitchFamily="18" charset="0"/>
                <a:ea typeface="Cambria" panose="02040503050406030204" pitchFamily="18" charset="0"/>
              </a:rPr>
              <a:t>Project Output (Contd.)</a:t>
            </a:r>
            <a:endParaRPr lang="en-IN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380E4718-4EE0-0061-2C5F-70D01C363B6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528011" y="957125"/>
            <a:ext cx="4725149" cy="2471875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4EE8D22B-928F-72FE-EA28-107A65094E9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528011" y="3605648"/>
            <a:ext cx="3581695" cy="2471874"/>
          </a:xfrm>
          <a:prstGeom prst="rect">
            <a:avLst/>
          </a:prstGeom>
        </p:spPr>
      </p:pic>
      <p:pic>
        <p:nvPicPr>
          <p:cNvPr id="14" name="Picture 13">
            <a:extLst>
              <a:ext uri="{FF2B5EF4-FFF2-40B4-BE49-F238E27FC236}">
                <a16:creationId xmlns:a16="http://schemas.microsoft.com/office/drawing/2014/main" id="{63B8956C-8D34-BE54-2CD7-53327434AA90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146800" y="3605648"/>
            <a:ext cx="3581693" cy="247187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28920642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D9AB1B4-F989-2BF4-B5AE-58742C3CF62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5E156A8-798B-BBE8-75D5-E09E75B91BB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>
                <a:latin typeface="Cambria" panose="02040503050406030204" pitchFamily="18" charset="0"/>
                <a:ea typeface="Cambria" panose="02040503050406030204" pitchFamily="18" charset="0"/>
              </a:rPr>
              <a:t>Project Output (Contd.)</a:t>
            </a:r>
            <a:endParaRPr lang="en-IN" dirty="0"/>
          </a:p>
        </p:txBody>
      </p:sp>
      <p:pic>
        <p:nvPicPr>
          <p:cNvPr id="15" name="Picture 14">
            <a:extLst>
              <a:ext uri="{FF2B5EF4-FFF2-40B4-BE49-F238E27FC236}">
                <a16:creationId xmlns:a16="http://schemas.microsoft.com/office/drawing/2014/main" id="{544D33F9-7FA5-5CE1-695C-E9F5ED05216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720815" y="957126"/>
            <a:ext cx="4750370" cy="2471874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9A6AEC32-FE0D-74D4-6772-633E7CEF32FF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/>
          <a:stretch>
            <a:fillRect/>
          </a:stretch>
        </p:blipFill>
        <p:spPr>
          <a:xfrm>
            <a:off x="3720815" y="3667993"/>
            <a:ext cx="4750370" cy="247187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29057664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p17"/>
          <p:cNvSpPr txBox="1">
            <a:spLocks noGrp="1"/>
          </p:cNvSpPr>
          <p:nvPr>
            <p:ph type="title"/>
          </p:nvPr>
        </p:nvSpPr>
        <p:spPr>
          <a:xfrm>
            <a:off x="812800" y="274638"/>
            <a:ext cx="10668000" cy="48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152400" lvl="0">
              <a:lnSpc>
                <a:spcPct val="200000"/>
              </a:lnSpc>
            </a:pPr>
            <a:r>
              <a:rPr lang="en-US" dirty="0">
                <a:latin typeface="Cambria" panose="02040503050406030204" pitchFamily="18" charset="0"/>
                <a:ea typeface="Cambria" panose="02040503050406030204" pitchFamily="18" charset="0"/>
              </a:rPr>
              <a:t>Github Link</a:t>
            </a:r>
          </a:p>
        </p:txBody>
      </p:sp>
      <p:sp>
        <p:nvSpPr>
          <p:cNvPr id="115" name="Google Shape;115;p17"/>
          <p:cNvSpPr txBox="1">
            <a:spLocks noGrp="1"/>
          </p:cNvSpPr>
          <p:nvPr>
            <p:ph type="body" idx="1"/>
          </p:nvPr>
        </p:nvSpPr>
        <p:spPr>
          <a:xfrm>
            <a:off x="812800" y="1143000"/>
            <a:ext cx="10668000" cy="495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342900" lvl="0" indent="-190500" algn="just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endParaRPr lang="en-US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342900" lvl="0" indent="-190500" algn="just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endParaRPr lang="en-US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342900" lvl="0" indent="-190500" algn="just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endParaRPr lang="en-US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342900" lvl="0" indent="-190500" algn="just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endParaRPr lang="en-US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342900" lvl="0" indent="-190500" algn="just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endParaRPr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4" name="Google Shape;115;p17"/>
          <p:cNvSpPr txBox="1">
            <a:spLocks/>
          </p:cNvSpPr>
          <p:nvPr/>
        </p:nvSpPr>
        <p:spPr>
          <a:xfrm>
            <a:off x="965200" y="1295400"/>
            <a:ext cx="10668000" cy="495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8100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1pPr>
            <a:lvl2pPr marL="914400" marR="0" lvl="1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sz="20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2pPr>
            <a:lvl3pPr marL="1371600" marR="0" lvl="2" indent="-34290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3pPr>
            <a:lvl4pPr marL="1828800" marR="0" lvl="3" indent="-330200" algn="l" rtl="0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–"/>
              <a:defRPr sz="16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4pPr>
            <a:lvl5pPr marL="2286000" marR="0" lvl="4" indent="-330200" algn="l" rtl="0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»"/>
              <a:defRPr sz="16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5pPr>
            <a:lvl6pPr marL="2743200" marR="0" lvl="5" indent="-34290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Bookman Old Style"/>
                <a:ea typeface="Bookman Old Style"/>
                <a:cs typeface="Bookman Old Style"/>
                <a:sym typeface="Bookman Old Style"/>
              </a:defRPr>
            </a:lvl6pPr>
            <a:lvl7pPr marL="3200400" marR="0" lvl="6" indent="-34290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Bookman Old Style"/>
                <a:ea typeface="Bookman Old Style"/>
                <a:cs typeface="Bookman Old Style"/>
                <a:sym typeface="Bookman Old Style"/>
              </a:defRPr>
            </a:lvl7pPr>
            <a:lvl8pPr marL="3657600" marR="0" lvl="7" indent="-34290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Bookman Old Style"/>
                <a:ea typeface="Bookman Old Style"/>
                <a:cs typeface="Bookman Old Style"/>
                <a:sym typeface="Bookman Old Style"/>
              </a:defRPr>
            </a:lvl8pPr>
            <a:lvl9pPr marL="4114800" marR="0" lvl="8" indent="-34290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Bookman Old Style"/>
                <a:ea typeface="Bookman Old Style"/>
                <a:cs typeface="Bookman Old Style"/>
                <a:sym typeface="Bookman Old Style"/>
              </a:defRPr>
            </a:lvl9pPr>
          </a:lstStyle>
          <a:p>
            <a:pPr marL="342900" indent="-190500" algn="just">
              <a:spcBef>
                <a:spcPts val="0"/>
              </a:spcBef>
              <a:buSzPct val="100000"/>
              <a:buFont typeface="Arial"/>
              <a:buNone/>
            </a:pPr>
            <a:endParaRPr lang="en-US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342900" indent="-190500" algn="just">
              <a:spcBef>
                <a:spcPts val="0"/>
              </a:spcBef>
              <a:buSzPct val="100000"/>
              <a:buFont typeface="Arial"/>
              <a:buNone/>
            </a:pPr>
            <a:endParaRPr lang="en-US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342900" indent="-190500" algn="just">
              <a:lnSpc>
                <a:spcPct val="200000"/>
              </a:lnSpc>
              <a:spcBef>
                <a:spcPts val="0"/>
              </a:spcBef>
              <a:buSzPct val="100000"/>
              <a:buFont typeface="Arial"/>
              <a:buNone/>
            </a:pPr>
            <a:endParaRPr lang="en-US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342900" indent="-190500" algn="just">
              <a:lnSpc>
                <a:spcPct val="200000"/>
              </a:lnSpc>
              <a:spcBef>
                <a:spcPts val="0"/>
              </a:spcBef>
              <a:buSzPct val="100000"/>
              <a:buFont typeface="Arial"/>
              <a:buNone/>
            </a:pPr>
            <a:endParaRPr lang="en-US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342900" indent="-190500" algn="just">
              <a:lnSpc>
                <a:spcPct val="200000"/>
              </a:lnSpc>
              <a:spcBef>
                <a:spcPts val="0"/>
              </a:spcBef>
              <a:buSzPct val="100000"/>
              <a:buFont typeface="Arial"/>
              <a:buNone/>
            </a:pPr>
            <a:endParaRPr lang="en-US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5" name="Google Shape;115;p17"/>
          <p:cNvSpPr txBox="1">
            <a:spLocks/>
          </p:cNvSpPr>
          <p:nvPr/>
        </p:nvSpPr>
        <p:spPr>
          <a:xfrm>
            <a:off x="812800" y="1143000"/>
            <a:ext cx="10668000" cy="4178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8100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1pPr>
            <a:lvl2pPr marL="914400" marR="0" lvl="1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sz="20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2pPr>
            <a:lvl3pPr marL="1371600" marR="0" lvl="2" indent="-34290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3pPr>
            <a:lvl4pPr marL="1828800" marR="0" lvl="3" indent="-330200" algn="l" rtl="0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–"/>
              <a:defRPr sz="16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4pPr>
            <a:lvl5pPr marL="2286000" marR="0" lvl="4" indent="-330200" algn="l" rtl="0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»"/>
              <a:defRPr sz="16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5pPr>
            <a:lvl6pPr marL="2743200" marR="0" lvl="5" indent="-34290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Bookman Old Style"/>
                <a:ea typeface="Bookman Old Style"/>
                <a:cs typeface="Bookman Old Style"/>
                <a:sym typeface="Bookman Old Style"/>
              </a:defRPr>
            </a:lvl6pPr>
            <a:lvl7pPr marL="3200400" marR="0" lvl="6" indent="-34290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Bookman Old Style"/>
                <a:ea typeface="Bookman Old Style"/>
                <a:cs typeface="Bookman Old Style"/>
                <a:sym typeface="Bookman Old Style"/>
              </a:defRPr>
            </a:lvl7pPr>
            <a:lvl8pPr marL="3657600" marR="0" lvl="7" indent="-34290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Bookman Old Style"/>
                <a:ea typeface="Bookman Old Style"/>
                <a:cs typeface="Bookman Old Style"/>
                <a:sym typeface="Bookman Old Style"/>
              </a:defRPr>
            </a:lvl8pPr>
            <a:lvl9pPr marL="4114800" marR="0" lvl="8" indent="-34290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Bookman Old Style"/>
                <a:ea typeface="Bookman Old Style"/>
                <a:cs typeface="Bookman Old Style"/>
                <a:sym typeface="Bookman Old Style"/>
              </a:defRPr>
            </a:lvl9pPr>
          </a:lstStyle>
          <a:p>
            <a:pPr marL="342900" indent="-190500" algn="just">
              <a:spcBef>
                <a:spcPts val="0"/>
              </a:spcBef>
              <a:buSzPct val="100000"/>
              <a:buFont typeface="Arial"/>
              <a:buNone/>
            </a:pPr>
            <a:r>
              <a:rPr lang="en-US" dirty="0">
                <a:latin typeface="Cambria" panose="02040503050406030204" pitchFamily="18" charset="0"/>
                <a:ea typeface="Cambria" panose="02040503050406030204" pitchFamily="18" charset="0"/>
              </a:rPr>
              <a:t>The Github link provided should have public access permission.</a:t>
            </a:r>
          </a:p>
          <a:p>
            <a:pPr marL="342900" indent="-190500" algn="just">
              <a:spcBef>
                <a:spcPts val="0"/>
              </a:spcBef>
              <a:buSzPct val="100000"/>
              <a:buFont typeface="Arial"/>
              <a:buNone/>
            </a:pPr>
            <a:endParaRPr lang="en-US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342900" indent="-190500" algn="just">
              <a:spcBef>
                <a:spcPts val="0"/>
              </a:spcBef>
              <a:buSzPct val="100000"/>
              <a:buNone/>
            </a:pPr>
            <a:r>
              <a:rPr lang="en-IN" dirty="0" err="1">
                <a:hlinkClick r:id="rId3"/>
              </a:rPr>
              <a:t>thejas</a:t>
            </a:r>
            <a:r>
              <a:rPr lang="en-IN" dirty="0">
                <a:hlinkClick r:id="rId3"/>
              </a:rPr>
              <a:t>-c/</a:t>
            </a:r>
            <a:r>
              <a:rPr lang="en-IN" dirty="0" err="1">
                <a:hlinkClick r:id="rId3"/>
              </a:rPr>
              <a:t>JourneyBox</a:t>
            </a:r>
            <a:endParaRPr lang="en-US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342900" indent="-190500" algn="just">
              <a:lnSpc>
                <a:spcPct val="200000"/>
              </a:lnSpc>
              <a:spcBef>
                <a:spcPts val="0"/>
              </a:spcBef>
              <a:buSzPct val="100000"/>
              <a:buFont typeface="Arial"/>
              <a:buNone/>
            </a:pPr>
            <a:endParaRPr lang="en-US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342900" indent="-190500" algn="just">
              <a:lnSpc>
                <a:spcPct val="200000"/>
              </a:lnSpc>
              <a:spcBef>
                <a:spcPts val="0"/>
              </a:spcBef>
              <a:buSzPct val="100000"/>
              <a:buFont typeface="Arial"/>
              <a:buNone/>
            </a:pPr>
            <a:endParaRPr lang="en-US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342900" indent="-190500" algn="just">
              <a:lnSpc>
                <a:spcPct val="200000"/>
              </a:lnSpc>
              <a:spcBef>
                <a:spcPts val="0"/>
              </a:spcBef>
              <a:buSzPct val="100000"/>
              <a:buFont typeface="Arial"/>
              <a:buNone/>
            </a:pPr>
            <a:endParaRPr lang="en-US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856357337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" name="Google Shape;144;p22"/>
          <p:cNvSpPr txBox="1">
            <a:spLocks noGrp="1"/>
          </p:cNvSpPr>
          <p:nvPr>
            <p:ph type="title"/>
          </p:nvPr>
        </p:nvSpPr>
        <p:spPr>
          <a:xfrm>
            <a:off x="812800" y="274638"/>
            <a:ext cx="10668000" cy="48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lvl="0"/>
            <a:r>
              <a:rPr lang="en-GB" dirty="0">
                <a:latin typeface="Cambria" panose="02040503050406030204" pitchFamily="18" charset="0"/>
                <a:ea typeface="Cambria" panose="02040503050406030204" pitchFamily="18" charset="0"/>
              </a:rPr>
              <a:t>References</a:t>
            </a:r>
            <a:endParaRPr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145" name="Google Shape;145;p22"/>
          <p:cNvSpPr txBox="1">
            <a:spLocks noGrp="1"/>
          </p:cNvSpPr>
          <p:nvPr>
            <p:ph type="body" idx="1"/>
          </p:nvPr>
        </p:nvSpPr>
        <p:spPr>
          <a:xfrm>
            <a:off x="762000" y="1267690"/>
            <a:ext cx="10668000" cy="447848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r>
              <a:rPr lang="en-US" sz="2000" dirty="0">
                <a:latin typeface="Cambria" panose="02040503050406030204" pitchFamily="18" charset="0"/>
                <a:ea typeface="Cambria" panose="02040503050406030204" pitchFamily="18" charset="0"/>
              </a:rPr>
              <a:t>[1] A. Dickinson, K. Ghali, M. </a:t>
            </a:r>
            <a:r>
              <a:rPr lang="en-US" sz="2000" dirty="0" err="1">
                <a:latin typeface="Cambria" panose="02040503050406030204" pitchFamily="18" charset="0"/>
                <a:ea typeface="Cambria" panose="02040503050406030204" pitchFamily="18" charset="0"/>
              </a:rPr>
              <a:t>Cherrett</a:t>
            </a:r>
            <a:r>
              <a:rPr lang="en-US" sz="2000" dirty="0">
                <a:latin typeface="Cambria" panose="02040503050406030204" pitchFamily="18" charset="0"/>
                <a:ea typeface="Cambria" panose="02040503050406030204" pitchFamily="18" charset="0"/>
              </a:rPr>
              <a:t>, J. Speed, N. Davies, and C. Norgate, “Tourism and the Smartphone App: Capabilities, Emerging Practice and Scope in the Travel Domain, Current Issues in Tourism, vol. 17, no. 1, pp. 84101, 2014. </a:t>
            </a:r>
          </a:p>
          <a:p>
            <a:r>
              <a:rPr lang="en-US" sz="2000" dirty="0">
                <a:latin typeface="Cambria" panose="02040503050406030204" pitchFamily="18" charset="0"/>
                <a:ea typeface="Cambria" panose="02040503050406030204" pitchFamily="18" charset="0"/>
              </a:rPr>
              <a:t>[2] D. A. </a:t>
            </a:r>
            <a:r>
              <a:rPr lang="en-US" sz="2000" dirty="0" err="1">
                <a:latin typeface="Cambria" panose="02040503050406030204" pitchFamily="18" charset="0"/>
                <a:ea typeface="Cambria" panose="02040503050406030204" pitchFamily="18" charset="0"/>
              </a:rPr>
              <a:t>Amaranggana</a:t>
            </a:r>
            <a:r>
              <a:rPr lang="en-US" sz="2000" dirty="0">
                <a:latin typeface="Cambria" panose="02040503050406030204" pitchFamily="18" charset="0"/>
                <a:ea typeface="Cambria" panose="02040503050406030204" pitchFamily="18" charset="0"/>
              </a:rPr>
              <a:t> and </a:t>
            </a:r>
            <a:r>
              <a:rPr lang="en-US" sz="2000" dirty="0" err="1">
                <a:latin typeface="Cambria" panose="02040503050406030204" pitchFamily="18" charset="0"/>
                <a:ea typeface="Cambria" panose="02040503050406030204" pitchFamily="18" charset="0"/>
              </a:rPr>
              <a:t>Buhalis</a:t>
            </a:r>
            <a:r>
              <a:rPr lang="en-US" sz="2000" dirty="0">
                <a:latin typeface="Cambria" panose="02040503050406030204" pitchFamily="18" charset="0"/>
                <a:ea typeface="Cambria" panose="02040503050406030204" pitchFamily="18" charset="0"/>
              </a:rPr>
              <a:t>, Smart Tourism Destinations: Improving Tourism Experience using </a:t>
            </a:r>
            <a:r>
              <a:rPr lang="en-US" sz="2000" dirty="0" err="1">
                <a:latin typeface="Cambria" panose="02040503050406030204" pitchFamily="18" charset="0"/>
                <a:ea typeface="Cambria" panose="02040503050406030204" pitchFamily="18" charset="0"/>
              </a:rPr>
              <a:t>Personalisation</a:t>
            </a:r>
            <a:r>
              <a:rPr lang="en-US" sz="2000" dirty="0">
                <a:latin typeface="Cambria" panose="02040503050406030204" pitchFamily="18" charset="0"/>
                <a:ea typeface="Cambria" panose="02040503050406030204" pitchFamily="18" charset="0"/>
              </a:rPr>
              <a:t> of Services, in Proc. International Conference on Information and Communication Technologies in Tourism, 2015. </a:t>
            </a:r>
          </a:p>
          <a:p>
            <a:r>
              <a:rPr lang="en-US" sz="2000" dirty="0">
                <a:latin typeface="Cambria" panose="02040503050406030204" pitchFamily="18" charset="0"/>
                <a:ea typeface="Cambria" panose="02040503050406030204" pitchFamily="18" charset="0"/>
              </a:rPr>
              <a:t>[3] M. </a:t>
            </a:r>
            <a:r>
              <a:rPr lang="en-US" sz="2000" dirty="0" err="1">
                <a:latin typeface="Cambria" panose="02040503050406030204" pitchFamily="18" charset="0"/>
                <a:ea typeface="Cambria" panose="02040503050406030204" pitchFamily="18" charset="0"/>
              </a:rPr>
              <a:t>Tussyadiah</a:t>
            </a:r>
            <a:r>
              <a:rPr lang="en-US" sz="2000" dirty="0">
                <a:latin typeface="Cambria" panose="02040503050406030204" pitchFamily="18" charset="0"/>
                <a:ea typeface="Cambria" panose="02040503050406030204" pitchFamily="18" charset="0"/>
              </a:rPr>
              <a:t> and D. Wang, Tourists Adoption of Mobile Application: Motivation, Satisfaction and </a:t>
            </a:r>
            <a:r>
              <a:rPr lang="en-US" sz="2000" dirty="0" err="1">
                <a:latin typeface="Cambria" panose="02040503050406030204" pitchFamily="18" charset="0"/>
                <a:ea typeface="Cambria" panose="02040503050406030204" pitchFamily="18" charset="0"/>
              </a:rPr>
              <a:t>Behavioural</a:t>
            </a:r>
            <a:r>
              <a:rPr lang="en-US" sz="2000" dirty="0">
                <a:latin typeface="Cambria" panose="02040503050406030204" pitchFamily="18" charset="0"/>
                <a:ea typeface="Cambria" panose="02040503050406030204" pitchFamily="18" charset="0"/>
              </a:rPr>
              <a:t> Intention, Journal of Travel Research, vol. 55, no. 8, 2016. </a:t>
            </a:r>
          </a:p>
          <a:p>
            <a:r>
              <a:rPr lang="en-US" sz="2000" dirty="0">
                <a:latin typeface="Cambria" panose="02040503050406030204" pitchFamily="18" charset="0"/>
                <a:ea typeface="Cambria" panose="02040503050406030204" pitchFamily="18" charset="0"/>
              </a:rPr>
              <a:t>[4] P. Kaur and S. Sharma, A Smart Travel Planner Application with the Mobile Computing, in Proc. International Conference on Intelligent Communication and Computational Techniques (ICCT) 2018. </a:t>
            </a:r>
          </a:p>
          <a:p>
            <a:r>
              <a:rPr lang="en-US" sz="2000" dirty="0">
                <a:latin typeface="Cambria" panose="02040503050406030204" pitchFamily="18" charset="0"/>
                <a:ea typeface="Cambria" panose="02040503050406030204" pitchFamily="18" charset="0"/>
              </a:rPr>
              <a:t>[5] X. Y. Zheng, K. H. Lim, and J. Yang, Mobile Travel Applications and their effects on tourist experience: A review, Tourism Management Perspectives, vol. 35, pp.100-110, 2020. 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1EC5D20-A199-2445-EC75-3687CF36BF1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>
                <a:latin typeface="Cambria" panose="02040503050406030204" pitchFamily="18" charset="0"/>
                <a:ea typeface="Cambria" panose="02040503050406030204" pitchFamily="18" charset="0"/>
              </a:rPr>
              <a:t>References</a:t>
            </a:r>
            <a:endParaRPr lang="en-IN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2F68697-8E8C-77A3-1C83-EC1885B37BA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762000" y="1205345"/>
            <a:ext cx="10668000" cy="4447310"/>
          </a:xfrm>
        </p:spPr>
        <p:txBody>
          <a:bodyPr>
            <a:normAutofit/>
          </a:bodyPr>
          <a:lstStyle/>
          <a:p>
            <a:r>
              <a:rPr lang="en-US" sz="2000" dirty="0">
                <a:latin typeface="Cambria" panose="02040503050406030204" pitchFamily="18" charset="0"/>
                <a:ea typeface="Cambria" panose="02040503050406030204" pitchFamily="18" charset="0"/>
              </a:rPr>
              <a:t>[6] Ahmed Alsharif et al., systematics review I: Smart Tourism, Hospitality, and Destination: A Systematic Review and Future Direction Systematic Review (Scopus SLR, accepted 2024) — 2013 to Nov 2023. </a:t>
            </a:r>
          </a:p>
          <a:p>
            <a:r>
              <a:rPr lang="en-US" sz="2000" dirty="0">
                <a:latin typeface="Cambria" panose="02040503050406030204" pitchFamily="18" charset="0"/>
                <a:ea typeface="Cambria" panose="02040503050406030204" pitchFamily="18" charset="0"/>
              </a:rPr>
              <a:t>[7] Google Developers, “ML Kit Text Recognition v2," Google, 2024 — on-screen OCR that can be used in mobile apps (can be helpful in extracting tickets/receipts). </a:t>
            </a:r>
          </a:p>
          <a:p>
            <a:r>
              <a:rPr lang="en-IN" sz="2000" dirty="0">
                <a:latin typeface="Cambria" panose="02040503050406030204" pitchFamily="18" charset="0"/>
                <a:ea typeface="Cambria" panose="02040503050406030204" pitchFamily="18" charset="0"/>
              </a:rPr>
              <a:t>[8] Y. Y. Yap, “Smart Tourism, Technologies and Tourist Satisfaction,” Journal/ScienceDirect, 2025 — the literature on tourist satisfaction and smart tourism technologies. </a:t>
            </a:r>
          </a:p>
          <a:p>
            <a:r>
              <a:rPr lang="en-US" sz="2000" dirty="0">
                <a:latin typeface="Cambria" panose="02040503050406030204" pitchFamily="18" charset="0"/>
                <a:ea typeface="Cambria" panose="02040503050406030204" pitchFamily="18" charset="0"/>
              </a:rPr>
              <a:t>[9] (Offline-first mobile architecture direction) “Local caching and sync patterns in Android Offline-First Architectures Implementation” / engineering papers and preprints (2024-25) - advice on the patterns of local caching and syncing of mobile applications. </a:t>
            </a:r>
          </a:p>
          <a:p>
            <a:r>
              <a:rPr lang="en-US" sz="2000" dirty="0">
                <a:latin typeface="Cambria" panose="02040503050406030204" pitchFamily="18" charset="0"/>
                <a:ea typeface="Cambria" panose="02040503050406030204" pitchFamily="18" charset="0"/>
              </a:rPr>
              <a:t>[10] IJNRD / IJSRET / IJPREMS published studies (2024-2025) on expense-tracker mobile applications and implementations practical implementations and UX results on the expense tracking in mobile settings </a:t>
            </a:r>
            <a:r>
              <a:rPr lang="en-IN" sz="2000" dirty="0">
                <a:latin typeface="Cambria" panose="02040503050406030204" pitchFamily="18" charset="0"/>
                <a:ea typeface="Cambria" panose="02040503050406030204" pitchFamily="18" charset="0"/>
              </a:rPr>
              <a:t>.</a:t>
            </a:r>
            <a:endParaRPr lang="en-US" sz="2000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589688101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C63A00FF-89F0-DC87-D900-930227B33E5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082811" y="1441315"/>
            <a:ext cx="3893305" cy="3935471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Bioinformatics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407</TotalTime>
  <Words>880</Words>
  <Application>Microsoft Office PowerPoint</Application>
  <PresentationFormat>Widescreen</PresentationFormat>
  <Paragraphs>98</Paragraphs>
  <Slides>18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18</vt:i4>
      </vt:variant>
    </vt:vector>
  </HeadingPairs>
  <TitlesOfParts>
    <vt:vector size="23" baseType="lpstr">
      <vt:lpstr>Arial</vt:lpstr>
      <vt:lpstr>Bookman Old Style</vt:lpstr>
      <vt:lpstr>Cambria</vt:lpstr>
      <vt:lpstr>Verdana</vt:lpstr>
      <vt:lpstr>Bioinformatics</vt:lpstr>
      <vt:lpstr>JourneyBox – Smart Travel Companion App</vt:lpstr>
      <vt:lpstr>Content</vt:lpstr>
      <vt:lpstr>Abstract</vt:lpstr>
      <vt:lpstr>Objectives</vt:lpstr>
      <vt:lpstr>Background</vt:lpstr>
      <vt:lpstr>Existing Technologies</vt:lpstr>
      <vt:lpstr>Proposed Approach</vt:lpstr>
      <vt:lpstr>Architecture Diagram</vt:lpstr>
      <vt:lpstr>Software Details</vt:lpstr>
      <vt:lpstr>Timeline of the Project (Gantt Chart)</vt:lpstr>
      <vt:lpstr>Project Output</vt:lpstr>
      <vt:lpstr>Project Output (Contd.)</vt:lpstr>
      <vt:lpstr>Project Output (Contd.)</vt:lpstr>
      <vt:lpstr>Project Output (Contd.)</vt:lpstr>
      <vt:lpstr>Github Link</vt:lpstr>
      <vt:lpstr>References</vt:lpstr>
      <vt:lpstr>References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PROJECT TITLE</dc:title>
  <dc:creator>Admin</dc:creator>
  <cp:lastModifiedBy>Thejas C</cp:lastModifiedBy>
  <cp:revision>58</cp:revision>
  <dcterms:modified xsi:type="dcterms:W3CDTF">2026-04-24T09:24:03Z</dcterms:modified>
</cp:coreProperties>
</file>